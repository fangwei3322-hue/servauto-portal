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60" r:id="rId3"/>
    <p:sldMasterId id="2147483672" r:id="rId4"/>
    <p:sldMasterId id="2147483674" r:id="rId5"/>
  </p:sldMasterIdLst>
  <p:notesMasterIdLst>
    <p:notesMasterId r:id="rId10"/>
  </p:notesMasterIdLst>
  <p:sldIdLst>
    <p:sldId id="285" r:id="rId39"/>
    <p:sldId id="286" r:id="rId40"/>
    <p:sldId id="287" r:id="rId41"/>
    <p:sldId id="288" r:id="rId42"/>
    <p:sldId id="289" r:id="rId43"/>
    <p:sldId id="290" r:id="rId44"/>
    <p:sldId id="291" r:id="rId45"/>
    <p:sldId id="292" r:id="rId46"/>
    <p:sldId id="293" r:id="rId47"/>
    <p:sldId id="294" r:id="rId48"/>
    <p:sldId id="295" r:id="rId49"/>
    <p:sldId id="296" r:id="rId50"/>
    <p:sldId id="297" r:id="rId51"/>
    <p:sldId id="298" r:id="rId52"/>
    <p:sldId id="299" r:id="rId53"/>
    <p:sldId id="300" r:id="rId54"/>
    <p:sldId id="301" r:id="rId55"/>
    <p:sldId id="302" r:id="rId56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116" d="100"/>
          <a:sy n="116" d="100"/>
        </p:scale>
        <p:origin x="1446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>
      <p:cViewPr>
        <p:scale>
          <a:sx n="1" d="100"/>
          <a:sy n="1" d="100"/>
        </p:scale>
        <p:origin x="0" y="0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10" Type="http://schemas.openxmlformats.org/officeDocument/2006/relationships/notesMaster" Target="notesMasters/notesMaster1.xml"/><Relationship Id="rId36" Type="http://schemas.openxmlformats.org/officeDocument/2006/relationships/presProps" Target="presProps.xml"/><Relationship Id="rId37" Type="http://schemas.openxmlformats.org/officeDocument/2006/relationships/viewProps" Target="viewProps.xml"/><Relationship Id="rId38" Type="http://schemas.openxmlformats.org/officeDocument/2006/relationships/tableStyles" Target="tableStyles.xml"/><Relationship Id="rId39" Type="http://schemas.openxmlformats.org/officeDocument/2006/relationships/slide" Target="slides/slide30.xml"/><Relationship Id="rId40" Type="http://schemas.openxmlformats.org/officeDocument/2006/relationships/slide" Target="slides/slide31.xml"/><Relationship Id="rId41" Type="http://schemas.openxmlformats.org/officeDocument/2006/relationships/slide" Target="slides/slide32.xml"/><Relationship Id="rId42" Type="http://schemas.openxmlformats.org/officeDocument/2006/relationships/slide" Target="slides/slide33.xml"/><Relationship Id="rId43" Type="http://schemas.openxmlformats.org/officeDocument/2006/relationships/slide" Target="slides/slide34.xml"/><Relationship Id="rId44" Type="http://schemas.openxmlformats.org/officeDocument/2006/relationships/slide" Target="slides/slide35.xml"/><Relationship Id="rId45" Type="http://schemas.openxmlformats.org/officeDocument/2006/relationships/slide" Target="slides/slide36.xml"/><Relationship Id="rId46" Type="http://schemas.openxmlformats.org/officeDocument/2006/relationships/slide" Target="slides/slide37.xml"/><Relationship Id="rId47" Type="http://schemas.openxmlformats.org/officeDocument/2006/relationships/slide" Target="slides/slide38.xml"/><Relationship Id="rId48" Type="http://schemas.openxmlformats.org/officeDocument/2006/relationships/slide" Target="slides/slide39.xml"/><Relationship Id="rId49" Type="http://schemas.openxmlformats.org/officeDocument/2006/relationships/slide" Target="slides/slide40.xml"/><Relationship Id="rId50" Type="http://schemas.openxmlformats.org/officeDocument/2006/relationships/slide" Target="slides/slide41.xml"/><Relationship Id="rId51" Type="http://schemas.openxmlformats.org/officeDocument/2006/relationships/slide" Target="slides/slide42.xml"/><Relationship Id="rId52" Type="http://schemas.openxmlformats.org/officeDocument/2006/relationships/slide" Target="slides/slide43.xml"/><Relationship Id="rId53" Type="http://schemas.openxmlformats.org/officeDocument/2006/relationships/slide" Target="slides/slide44.xml"/><Relationship Id="rId54" Type="http://schemas.openxmlformats.org/officeDocument/2006/relationships/slide" Target="slides/slide45.xml"/><Relationship Id="rId55" Type="http://schemas.openxmlformats.org/officeDocument/2006/relationships/slide" Target="slides/slide46.xml"/><Relationship Id="rId56" Type="http://schemas.openxmlformats.org/officeDocument/2006/relationships/slide" Target="slides/slide4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5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2" y="1"/>
            <a:ext cx="3076575" cy="51276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1492" tIns="45745" rIns="91492" bIns="45745" numCol="1" anchor="t" anchorCtr="0" compatLnSpc="1"/>
          <a:lstStyle>
            <a:lvl1pPr algn="l">
              <a:defRPr sz="1100"/>
            </a:lvl1pPr>
          </a:lstStyle>
          <a:p>
            <a:endParaRPr lang="en-US"/>
          </a:p>
        </p:txBody>
      </p:sp>
      <p:sp>
        <p:nvSpPr>
          <p:cNvPr id="3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4021139" y="1"/>
            <a:ext cx="3076575" cy="51276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1492" tIns="45745" rIns="91492" bIns="45745" numCol="1" anchor="t" anchorCtr="0" compatLnSpc="1"/>
          <a:lstStyle>
            <a:lvl1pPr algn="r">
              <a:defRPr sz="1100"/>
            </a:lvl1pPr>
          </a:lstStyle>
          <a:p>
            <a:endParaRPr lang="en-US"/>
          </a:p>
        </p:txBody>
      </p:sp>
      <p:sp>
        <p:nvSpPr>
          <p:cNvPr id="4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990600" y="766763"/>
            <a:ext cx="5118100" cy="3838575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</a:ln>
          <a:effectLst/>
        </p:spPr>
        <p:txBody>
          <a:bodyPr/>
          <a:p/>
        </p:txBody>
      </p:sp>
      <p:sp>
        <p:nvSpPr>
          <p:cNvPr id="5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709614" y="4862514"/>
            <a:ext cx="5680075" cy="4605337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1492" tIns="45745" rIns="91492" bIns="45745" numCol="1" anchor="t" anchorCtr="0" compatLnSpc="1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 smtClean="0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2" y="9720264"/>
            <a:ext cx="3076575" cy="512762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1492" tIns="45745" rIns="91492" bIns="45745" numCol="1" anchor="b" anchorCtr="0" compatLnSpc="1"/>
          <a:lstStyle>
            <a:lvl1pPr algn="l">
              <a:defRPr sz="1100"/>
            </a:lvl1pPr>
          </a:lstStyle>
          <a:p>
            <a:endParaRPr lang="en-US"/>
          </a:p>
        </p:txBody>
      </p:sp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4021139" y="9720264"/>
            <a:ext cx="3076575" cy="512762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1492" tIns="45745" rIns="91492" bIns="45745" numCol="1" anchor="b" anchorCtr="0" compatLnSpc="1"/>
          <a:lstStyle>
            <a:lvl1pPr algn="r">
              <a:defRPr sz="1100"/>
            </a:lvl1pPr>
          </a:lstStyle>
          <a:p>
            <a:fld id="{A9A0EA98-5831-4853-B862-C702E6EB345C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/>
        <a:ea typeface="+mn-ea"/>
        <a:cs typeface="+mn-cs"/>
      </a:defRPr>
    </a:lvl1pPr>
    <a:lvl2pPr marL="4572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/>
        <a:ea typeface="+mn-ea"/>
        <a:cs typeface="+mn-cs"/>
      </a:defRPr>
    </a:lvl2pPr>
    <a:lvl3pPr marL="9144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/>
        <a:ea typeface="+mn-ea"/>
        <a:cs typeface="+mn-cs"/>
      </a:defRPr>
    </a:lvl3pPr>
    <a:lvl4pPr marL="13716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/>
        <a:ea typeface="+mn-ea"/>
        <a:cs typeface="+mn-cs"/>
      </a:defRPr>
    </a:lvl4pPr>
    <a:lvl5pPr marL="18288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hyperlink" Target="https://www.servauto.com.my/" TargetMode="Externa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4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1122363"/>
            <a:ext cx="103632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smtClean="0"/>
              <a:t>单击此处编辑母版副标题样式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35F522-6256-461E-A79F-4037A6D0C8F9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1A564D-84E6-4D0E-9D2B-1519760DAFCC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transition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标题和内容">
    <p:spTree>
      <p:nvGrpSpPr>
        <p:cNvPr id="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en-US"/>
          </a:p>
        </p:txBody>
      </p:sp>
      <p:sp>
        <p:nvSpPr>
          <p:cNvPr id="9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en-US"/>
          </a:p>
        </p:txBody>
      </p:sp>
      <p:sp>
        <p:nvSpPr>
          <p:cNvPr id="10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35F522-6256-461E-A79F-4037A6D0C8F9}" type="datetimeFigureOut">
              <a:rPr lang="zh-CN" altLang="en-US" smtClean="0"/>
            </a:fld>
            <a:endParaRPr lang="zh-CN" altLang="en-US"/>
          </a:p>
        </p:txBody>
      </p:sp>
      <p:sp>
        <p:nvSpPr>
          <p:cNvPr id="11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12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1A564D-84E6-4D0E-9D2B-1519760DAFCC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transition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>
  <p:cSld name="节标题">
    <p:spTree>
      <p:nvGrpSpPr>
        <p:cNvPr id="19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 1"/>
          <p:cNvSpPr>
            <a:spLocks noGrp="1"/>
          </p:cNvSpPr>
          <p:nvPr>
            <p:ph type="title"/>
          </p:nvPr>
        </p:nvSpPr>
        <p:spPr>
          <a:xfrm>
            <a:off x="831851" y="1709739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en-US"/>
          </a:p>
        </p:txBody>
      </p:sp>
      <p:sp>
        <p:nvSpPr>
          <p:cNvPr id="21" name="Text Placeholder 2"/>
          <p:cNvSpPr>
            <a:spLocks noGrp="1"/>
          </p:cNvSpPr>
          <p:nvPr>
            <p:ph type="body" idx="1"/>
          </p:nvPr>
        </p:nvSpPr>
        <p:spPr>
          <a:xfrm>
            <a:off x="831851" y="4589464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2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35F522-6256-461E-A79F-4037A6D0C8F9}" type="datetimeFigureOut">
              <a:rPr lang="zh-CN" altLang="en-US" smtClean="0"/>
            </a:fld>
            <a:endParaRPr lang="zh-CN" altLang="en-US"/>
          </a:p>
        </p:txBody>
      </p:sp>
      <p:sp>
        <p:nvSpPr>
          <p:cNvPr id="2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2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1A564D-84E6-4D0E-9D2B-1519760DAFCC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transition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>
  <p:cSld name="两栏内容">
    <p:spTree>
      <p:nvGrpSpPr>
        <p:cNvPr id="25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en-US"/>
          </a:p>
        </p:txBody>
      </p:sp>
      <p:sp>
        <p:nvSpPr>
          <p:cNvPr id="27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en-US"/>
          </a:p>
        </p:txBody>
      </p:sp>
      <p:sp>
        <p:nvSpPr>
          <p:cNvPr id="28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en-US"/>
          </a:p>
        </p:txBody>
      </p:sp>
      <p:sp>
        <p:nvSpPr>
          <p:cNvPr id="29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35F522-6256-461E-A79F-4037A6D0C8F9}" type="datetimeFigureOut">
              <a:rPr lang="zh-CN" altLang="en-US" smtClean="0"/>
            </a:fld>
            <a:endParaRPr lang="zh-CN" altLang="en-US"/>
          </a:p>
        </p:txBody>
      </p:sp>
      <p:sp>
        <p:nvSpPr>
          <p:cNvPr id="30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1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1A564D-84E6-4D0E-9D2B-1519760DAFCC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transition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>
  <p:cSld name="比较">
    <p:spTree>
      <p:nvGrpSpPr>
        <p:cNvPr id="3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Title 1"/>
          <p:cNvSpPr>
            <a:spLocks noGrp="1"/>
          </p:cNvSpPr>
          <p:nvPr>
            <p:ph type="title"/>
          </p:nvPr>
        </p:nvSpPr>
        <p:spPr>
          <a:xfrm>
            <a:off x="839788" y="365126"/>
            <a:ext cx="10515600" cy="1325563"/>
          </a:xfrm>
        </p:spPr>
        <p:txBody>
          <a:bodyPr/>
          <a:lstStyle/>
          <a:p>
            <a:r>
              <a:rPr lang="zh-CN" altLang="en-US" smtClean="0"/>
              <a:t>单击此处编辑母版标题样式</a:t>
            </a:r>
            <a:endParaRPr lang="en-US"/>
          </a:p>
        </p:txBody>
      </p:sp>
      <p:sp>
        <p:nvSpPr>
          <p:cNvPr id="34" name="Text Placeholder 2"/>
          <p:cNvSpPr>
            <a:spLocks noGrp="1"/>
          </p:cNvSpPr>
          <p:nvPr>
            <p:ph type="body" idx="1"/>
          </p:nvPr>
        </p:nvSpPr>
        <p:spPr>
          <a:xfrm>
            <a:off x="839789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35" name="Content Placeholder 3"/>
          <p:cNvSpPr>
            <a:spLocks noGrp="1"/>
          </p:cNvSpPr>
          <p:nvPr>
            <p:ph sz="half" idx="2"/>
          </p:nvPr>
        </p:nvSpPr>
        <p:spPr>
          <a:xfrm>
            <a:off x="839789" y="2505075"/>
            <a:ext cx="5157787" cy="368458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en-US"/>
          </a:p>
        </p:txBody>
      </p:sp>
      <p:sp>
        <p:nvSpPr>
          <p:cNvPr id="36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37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en-US"/>
          </a:p>
        </p:txBody>
      </p:sp>
      <p:sp>
        <p:nvSpPr>
          <p:cNvPr id="38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35F522-6256-461E-A79F-4037A6D0C8F9}" type="datetimeFigureOut">
              <a:rPr lang="zh-CN" altLang="en-US" smtClean="0"/>
            </a:fld>
            <a:endParaRPr lang="zh-CN" altLang="en-US"/>
          </a:p>
        </p:txBody>
      </p:sp>
      <p:sp>
        <p:nvSpPr>
          <p:cNvPr id="39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0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1A564D-84E6-4D0E-9D2B-1519760DAFCC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transition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仅标题">
    <p:spTree>
      <p:nvGrpSpPr>
        <p:cNvPr id="4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en-US"/>
          </a:p>
        </p:txBody>
      </p:sp>
      <p:sp>
        <p:nvSpPr>
          <p:cNvPr id="4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35F522-6256-461E-A79F-4037A6D0C8F9}" type="datetimeFigureOut">
              <a:rPr lang="zh-CN" altLang="en-US" smtClean="0"/>
            </a:fld>
            <a:endParaRPr lang="zh-CN" altLang="en-US"/>
          </a:p>
        </p:txBody>
      </p:sp>
      <p:sp>
        <p:nvSpPr>
          <p:cNvPr id="4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1A564D-84E6-4D0E-9D2B-1519760DAFCC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transition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空白">
    <p:spTree>
      <p:nvGrpSpPr>
        <p:cNvPr id="46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35F522-6256-461E-A79F-4037A6D0C8F9}" type="datetimeFigureOut">
              <a:rPr lang="zh-CN" altLang="en-US" smtClean="0"/>
            </a:fld>
            <a:endParaRPr lang="zh-CN" altLang="en-US"/>
          </a:p>
        </p:txBody>
      </p:sp>
      <p:sp>
        <p:nvSpPr>
          <p:cNvPr id="48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9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1A564D-84E6-4D0E-9D2B-1519760DAFCC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transition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>
  <p:cSld name="内容与标题">
    <p:spTree>
      <p:nvGrpSpPr>
        <p:cNvPr id="50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en-US"/>
          </a:p>
        </p:txBody>
      </p:sp>
      <p:sp>
        <p:nvSpPr>
          <p:cNvPr id="52" name="Content Placeholder 2"/>
          <p:cNvSpPr>
            <a:spLocks noGrp="1"/>
          </p:cNvSpPr>
          <p:nvPr>
            <p:ph idx="1"/>
          </p:nvPr>
        </p:nvSpPr>
        <p:spPr>
          <a:xfrm>
            <a:off x="5183188" y="987426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en-US"/>
          </a:p>
        </p:txBody>
      </p:sp>
      <p:sp>
        <p:nvSpPr>
          <p:cNvPr id="53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54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35F522-6256-461E-A79F-4037A6D0C8F9}" type="datetimeFigureOut">
              <a:rPr lang="zh-CN" altLang="en-US" smtClean="0"/>
            </a:fld>
            <a:endParaRPr lang="zh-CN" altLang="en-US"/>
          </a:p>
        </p:txBody>
      </p:sp>
      <p:sp>
        <p:nvSpPr>
          <p:cNvPr id="5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1A564D-84E6-4D0E-9D2B-1519760DAFCC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transition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>
  <p:cSld name="图片与标题">
    <p:spTree>
      <p:nvGrpSpPr>
        <p:cNvPr id="5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en-US"/>
          </a:p>
        </p:txBody>
      </p:sp>
      <p:sp>
        <p:nvSpPr>
          <p:cNvPr id="59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6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zh-CN" altLang="en-US" smtClean="0"/>
              <a:t>单击图标添加图片</a:t>
            </a:r>
            <a:endParaRPr lang="en-US"/>
          </a:p>
        </p:txBody>
      </p:sp>
      <p:sp>
        <p:nvSpPr>
          <p:cNvPr id="60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61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35F522-6256-461E-A79F-4037A6D0C8F9}" type="datetimeFigureOut">
              <a:rPr lang="zh-CN" altLang="en-US" smtClean="0"/>
            </a:fld>
            <a:endParaRPr lang="zh-CN" altLang="en-US"/>
          </a:p>
        </p:txBody>
      </p:sp>
      <p:sp>
        <p:nvSpPr>
          <p:cNvPr id="62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3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1A564D-84E6-4D0E-9D2B-1519760DAFCC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transition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>
  <p:cSld name="标题和竖排文字">
    <p:spTree>
      <p:nvGrpSpPr>
        <p:cNvPr id="64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en-US"/>
          </a:p>
        </p:txBody>
      </p:sp>
      <p:sp>
        <p:nvSpPr>
          <p:cNvPr id="66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en-US"/>
          </a:p>
        </p:txBody>
      </p:sp>
      <p:sp>
        <p:nvSpPr>
          <p:cNvPr id="6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35F522-6256-461E-A79F-4037A6D0C8F9}" type="datetimeFigureOut">
              <a:rPr lang="zh-CN" altLang="en-US" smtClean="0"/>
            </a:fld>
            <a:endParaRPr lang="zh-CN" altLang="en-US"/>
          </a:p>
        </p:txBody>
      </p:sp>
      <p:sp>
        <p:nvSpPr>
          <p:cNvPr id="6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1A564D-84E6-4D0E-9D2B-1519760DAFCC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transition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>
  <p:cSld name="垂直排列标题与文本">
    <p:spTree>
      <p:nvGrpSpPr>
        <p:cNvPr id="13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 smtClean="0"/>
              <a:t>单击此处编辑母版标题样式</a:t>
            </a:r>
            <a:endParaRPr lang="en-US"/>
          </a:p>
        </p:txBody>
      </p:sp>
      <p:sp>
        <p:nvSpPr>
          <p:cNvPr id="15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en-US"/>
          </a:p>
        </p:txBody>
      </p:sp>
      <p:sp>
        <p:nvSpPr>
          <p:cNvPr id="16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35F522-6256-461E-A79F-4037A6D0C8F9}" type="datetimeFigureOut">
              <a:rPr lang="zh-CN" altLang="en-US" smtClean="0"/>
            </a:fld>
            <a:endParaRPr lang="zh-CN" altLang="en-US"/>
          </a:p>
        </p:txBody>
      </p:sp>
      <p:sp>
        <p:nvSpPr>
          <p:cNvPr id="17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18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1A564D-84E6-4D0E-9D2B-1519760DAFCC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transition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>
  <p:cSld name="标题幻灯片">
    <p:spTree>
      <p:nvGrpSpPr>
        <p:cNvPr id="70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1" name="Image 0" descr=" 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524" y="0"/>
            <a:ext cx="12188952" cy="6858000"/>
          </a:xfrm>
          <a:prstGeom prst="rect">
            <a:avLst/>
          </a:prstGeom>
        </p:spPr>
      </p:pic>
      <p:sp>
        <p:nvSpPr>
          <p:cNvPr id="72" name="Image 4" descr=" "/>
          <p:cNvSpPr/>
          <p:nvPr/>
        </p:nvSpPr>
        <p:spPr>
          <a:xfrm>
            <a:off x="1588" y="1066799"/>
            <a:ext cx="1625193" cy="1498600"/>
          </a:xfrm>
          <a:custGeom>
            <a:avLst/>
            <a:gdLst>
              <a:gd name="connsiteX0" fmla="*/ 876081 w 1625193"/>
              <a:gd name="connsiteY0" fmla="*/ 0 h 1498600"/>
              <a:gd name="connsiteX1" fmla="*/ 1625194 w 1625193"/>
              <a:gd name="connsiteY1" fmla="*/ 749300 h 1498600"/>
              <a:gd name="connsiteX2" fmla="*/ 1625194 w 1625193"/>
              <a:gd name="connsiteY2" fmla="*/ 749300 h 1498600"/>
              <a:gd name="connsiteX3" fmla="*/ 876081 w 1625193"/>
              <a:gd name="connsiteY3" fmla="*/ 1498600 h 1498600"/>
              <a:gd name="connsiteX4" fmla="*/ 0 w 1625193"/>
              <a:gd name="connsiteY4" fmla="*/ 1498600 h 1498600"/>
              <a:gd name="connsiteX5" fmla="*/ 0 w 1625193"/>
              <a:gd name="connsiteY5" fmla="*/ 0 h 1498600"/>
              <a:gd name="connsiteX6" fmla="*/ 876081 w 1625193"/>
              <a:gd name="connsiteY6" fmla="*/ 0 h 1498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625193" h="1498600">
                <a:moveTo>
                  <a:pt x="876081" y="0"/>
                </a:moveTo>
                <a:cubicBezTo>
                  <a:pt x="1289807" y="0"/>
                  <a:pt x="1625194" y="335473"/>
                  <a:pt x="1625194" y="749300"/>
                </a:cubicBezTo>
                <a:lnTo>
                  <a:pt x="1625194" y="749300"/>
                </a:lnTo>
                <a:cubicBezTo>
                  <a:pt x="1625194" y="1163127"/>
                  <a:pt x="1289807" y="1498600"/>
                  <a:pt x="876081" y="1498600"/>
                </a:cubicBezTo>
                <a:lnTo>
                  <a:pt x="0" y="1498600"/>
                </a:lnTo>
                <a:lnTo>
                  <a:pt x="0" y="0"/>
                </a:lnTo>
                <a:lnTo>
                  <a:pt x="876081" y="0"/>
                </a:lnTo>
                <a:close/>
              </a:path>
            </a:pathLst>
          </a:custGeom>
          <a:solidFill>
            <a:schemeClr val="accent1">
              <a:alpha val="20000"/>
            </a:schemeClr>
          </a:solidFill>
          <a:ln w="12650" cap="flat">
            <a:noFill/>
            <a:prstDash val="solid"/>
            <a:miter/>
          </a:ln>
        </p:spPr>
        <p:txBody>
          <a:bodyPr rtlCol="0" anchor="ctr"/>
          <a:lstStyle/>
          <a:p>
            <a:pPr lvl="0"/>
            <a:endParaRPr lang="zh-CN" altLang="en-US"/>
          </a:p>
        </p:txBody>
      </p:sp>
      <p:sp>
        <p:nvSpPr>
          <p:cNvPr id="73" name="Image 1" descr=" "/>
          <p:cNvSpPr/>
          <p:nvPr/>
        </p:nvSpPr>
        <p:spPr>
          <a:xfrm>
            <a:off x="9321058" y="3111500"/>
            <a:ext cx="2260035" cy="3746500"/>
          </a:xfrm>
          <a:custGeom>
            <a:avLst/>
            <a:gdLst>
              <a:gd name="connsiteX0" fmla="*/ 0 w 2260035"/>
              <a:gd name="connsiteY0" fmla="*/ 1130300 h 3746500"/>
              <a:gd name="connsiteX1" fmla="*/ 1130018 w 2260035"/>
              <a:gd name="connsiteY1" fmla="*/ 0 h 3746500"/>
              <a:gd name="connsiteX2" fmla="*/ 1130018 w 2260035"/>
              <a:gd name="connsiteY2" fmla="*/ 0 h 3746500"/>
              <a:gd name="connsiteX3" fmla="*/ 2260035 w 2260035"/>
              <a:gd name="connsiteY3" fmla="*/ 1130300 h 3746500"/>
              <a:gd name="connsiteX4" fmla="*/ 2260035 w 2260035"/>
              <a:gd name="connsiteY4" fmla="*/ 3746500 h 3746500"/>
              <a:gd name="connsiteX5" fmla="*/ 0 w 2260035"/>
              <a:gd name="connsiteY5" fmla="*/ 3746500 h 3746500"/>
              <a:gd name="connsiteX6" fmla="*/ 0 w 2260035"/>
              <a:gd name="connsiteY6" fmla="*/ 1130300 h 3746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260035" h="3746500">
                <a:moveTo>
                  <a:pt x="0" y="1130300"/>
                </a:moveTo>
                <a:cubicBezTo>
                  <a:pt x="0" y="506053"/>
                  <a:pt x="505927" y="0"/>
                  <a:pt x="1130018" y="0"/>
                </a:cubicBezTo>
                <a:lnTo>
                  <a:pt x="1130018" y="0"/>
                </a:lnTo>
                <a:cubicBezTo>
                  <a:pt x="1754105" y="0"/>
                  <a:pt x="2260035" y="506053"/>
                  <a:pt x="2260035" y="1130300"/>
                </a:cubicBezTo>
                <a:lnTo>
                  <a:pt x="2260035" y="3746500"/>
                </a:lnTo>
                <a:lnTo>
                  <a:pt x="0" y="3746500"/>
                </a:lnTo>
                <a:lnTo>
                  <a:pt x="0" y="1130300"/>
                </a:lnTo>
                <a:close/>
              </a:path>
            </a:pathLst>
          </a:custGeom>
          <a:solidFill>
            <a:schemeClr val="accent3"/>
          </a:solidFill>
          <a:ln w="12682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74" name="Image 2" descr=" "/>
          <p:cNvSpPr/>
          <p:nvPr/>
        </p:nvSpPr>
        <p:spPr>
          <a:xfrm>
            <a:off x="10527256" y="0"/>
            <a:ext cx="1053836" cy="1866900"/>
          </a:xfrm>
          <a:custGeom>
            <a:avLst/>
            <a:gdLst>
              <a:gd name="connsiteX0" fmla="*/ 0 w 1053836"/>
              <a:gd name="connsiteY0" fmla="*/ 0 h 1866900"/>
              <a:gd name="connsiteX1" fmla="*/ 1053836 w 1053836"/>
              <a:gd name="connsiteY1" fmla="*/ 0 h 1866900"/>
              <a:gd name="connsiteX2" fmla="*/ 1053836 w 1053836"/>
              <a:gd name="connsiteY2" fmla="*/ 1339850 h 1866900"/>
              <a:gd name="connsiteX3" fmla="*/ 526918 w 1053836"/>
              <a:gd name="connsiteY3" fmla="*/ 1866900 h 1866900"/>
              <a:gd name="connsiteX4" fmla="*/ 526918 w 1053836"/>
              <a:gd name="connsiteY4" fmla="*/ 1866900 h 1866900"/>
              <a:gd name="connsiteX5" fmla="*/ 0 w 1053836"/>
              <a:gd name="connsiteY5" fmla="*/ 1339850 h 1866900"/>
              <a:gd name="connsiteX6" fmla="*/ 0 w 1053836"/>
              <a:gd name="connsiteY6" fmla="*/ 0 h 18669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053836" h="1866900">
                <a:moveTo>
                  <a:pt x="0" y="0"/>
                </a:moveTo>
                <a:lnTo>
                  <a:pt x="1053836" y="0"/>
                </a:lnTo>
                <a:lnTo>
                  <a:pt x="1053836" y="1339850"/>
                </a:lnTo>
                <a:cubicBezTo>
                  <a:pt x="1053836" y="1630934"/>
                  <a:pt x="817927" y="1866900"/>
                  <a:pt x="526918" y="1866900"/>
                </a:cubicBezTo>
                <a:lnTo>
                  <a:pt x="526918" y="1866900"/>
                </a:lnTo>
                <a:cubicBezTo>
                  <a:pt x="235909" y="1866900"/>
                  <a:pt x="0" y="1630934"/>
                  <a:pt x="0" y="1339850"/>
                </a:cubicBezTo>
                <a:lnTo>
                  <a:pt x="0" y="0"/>
                </a:lnTo>
                <a:close/>
              </a:path>
            </a:pathLst>
          </a:custGeom>
          <a:solidFill>
            <a:schemeClr val="accent6"/>
          </a:solidFill>
          <a:ln w="12623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75" name="Image 3" descr=" "/>
          <p:cNvSpPr/>
          <p:nvPr/>
        </p:nvSpPr>
        <p:spPr>
          <a:xfrm>
            <a:off x="5270770" y="3759200"/>
            <a:ext cx="1485529" cy="3098800"/>
          </a:xfrm>
          <a:custGeom>
            <a:avLst/>
            <a:gdLst>
              <a:gd name="connsiteX0" fmla="*/ 0 w 1485529"/>
              <a:gd name="connsiteY0" fmla="*/ 742950 h 3098800"/>
              <a:gd name="connsiteX1" fmla="*/ 742765 w 1485529"/>
              <a:gd name="connsiteY1" fmla="*/ 0 h 3098800"/>
              <a:gd name="connsiteX2" fmla="*/ 742765 w 1485529"/>
              <a:gd name="connsiteY2" fmla="*/ 0 h 3098800"/>
              <a:gd name="connsiteX3" fmla="*/ 1485529 w 1485529"/>
              <a:gd name="connsiteY3" fmla="*/ 742950 h 3098800"/>
              <a:gd name="connsiteX4" fmla="*/ 1485529 w 1485529"/>
              <a:gd name="connsiteY4" fmla="*/ 3098800 h 3098800"/>
              <a:gd name="connsiteX5" fmla="*/ 0 w 1485529"/>
              <a:gd name="connsiteY5" fmla="*/ 3098800 h 3098800"/>
              <a:gd name="connsiteX6" fmla="*/ 0 w 1485529"/>
              <a:gd name="connsiteY6" fmla="*/ 742950 h 30988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485529" h="3098800">
                <a:moveTo>
                  <a:pt x="0" y="742950"/>
                </a:moveTo>
                <a:cubicBezTo>
                  <a:pt x="0" y="332630"/>
                  <a:pt x="332546" y="0"/>
                  <a:pt x="742765" y="0"/>
                </a:cubicBezTo>
                <a:lnTo>
                  <a:pt x="742765" y="0"/>
                </a:lnTo>
                <a:cubicBezTo>
                  <a:pt x="1152983" y="0"/>
                  <a:pt x="1485529" y="332630"/>
                  <a:pt x="1485529" y="742950"/>
                </a:cubicBezTo>
                <a:lnTo>
                  <a:pt x="1485529" y="3098800"/>
                </a:lnTo>
                <a:lnTo>
                  <a:pt x="0" y="3098800"/>
                </a:lnTo>
                <a:lnTo>
                  <a:pt x="0" y="742950"/>
                </a:lnTo>
                <a:close/>
              </a:path>
            </a:pathLst>
          </a:custGeom>
          <a:solidFill>
            <a:schemeClr val="accent1">
              <a:alpha val="54000"/>
            </a:schemeClr>
          </a:solidFill>
          <a:ln w="12619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76" name="标题 1"/>
          <p:cNvSpPr>
            <a:spLocks noGrp="1"/>
          </p:cNvSpPr>
          <p:nvPr>
            <p:ph type="ctrTitle"/>
          </p:nvPr>
        </p:nvSpPr>
        <p:spPr>
          <a:xfrm>
            <a:off x="785942" y="916125"/>
            <a:ext cx="5918099" cy="1800000"/>
          </a:xfrm>
        </p:spPr>
        <p:txBody>
          <a:bodyPr wrap="square" anchor="b">
            <a:normAutofit/>
          </a:bodyPr>
          <a:lstStyle>
            <a:lvl1pPr algn="l">
              <a:lnSpc>
                <a:spcPct val="100000"/>
              </a:lnSpc>
              <a:defRPr sz="4800">
                <a:solidFill>
                  <a:schemeClr val="accent4"/>
                </a:solidFill>
                <a:latin typeface="+mj-ea"/>
                <a:ea typeface="+mj-ea"/>
                <a:cs typeface="+mj-ea"/>
                <a:sym typeface="+mj-ea"/>
              </a:defRPr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77" name="日期占位符 3"/>
          <p:cNvSpPr>
            <a:spLocks noGrp="1"/>
          </p:cNvSpPr>
          <p:nvPr>
            <p:ph type="dt" sz="half" idx="10"/>
          </p:nvPr>
        </p:nvSpPr>
        <p:spPr/>
        <p:txBody>
          <a:bodyPr wrap="square">
            <a:normAutofit/>
          </a:bodyPr>
          <a:lstStyle>
            <a:lvl1pPr>
              <a:defRPr>
                <a:latin typeface="+mn-ea"/>
                <a:ea typeface="+mn-ea"/>
                <a:cs typeface="+mn-ea"/>
                <a:sym typeface="+mn-ea"/>
              </a:defRPr>
            </a:lvl1pPr>
          </a:lstStyle>
          <a:p>
            <a:fld id="{5592522B-0F24-4480-B9DD-A9474A6880D6}" type="datetimeFigureOut">
              <a:rPr lang="zh-CN" altLang="en-US" smtClean="0"/>
            </a:fld>
            <a:endParaRPr lang="zh-CN" altLang="en-US"/>
          </a:p>
        </p:txBody>
      </p:sp>
      <p:sp>
        <p:nvSpPr>
          <p:cNvPr id="78" name="页脚占位符 4"/>
          <p:cNvSpPr>
            <a:spLocks noGrp="1"/>
          </p:cNvSpPr>
          <p:nvPr>
            <p:ph type="ftr" sz="quarter" idx="11"/>
          </p:nvPr>
        </p:nvSpPr>
        <p:spPr/>
        <p:txBody>
          <a:bodyPr>
            <a:normAutofit/>
          </a:bodyPr>
          <a:lstStyle/>
          <a:p>
            <a:endParaRPr lang="zh-CN" altLang="en-US"/>
          </a:p>
        </p:txBody>
      </p:sp>
      <p:sp>
        <p:nvSpPr>
          <p:cNvPr id="79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 wrap="square">
            <a:normAutofit/>
          </a:bodyPr>
          <a:lstStyle>
            <a:lvl1pPr>
              <a:defRPr>
                <a:latin typeface="+mn-ea"/>
                <a:ea typeface="+mn-ea"/>
                <a:cs typeface="+mn-ea"/>
                <a:sym typeface="+mn-ea"/>
              </a:defRPr>
            </a:lvl1pPr>
          </a:lstStyle>
          <a:p>
            <a:fld id="{BE5F26B5-172A-4DC2-B0B7-181CFC56B87C}" type="slidenum">
              <a:rPr lang="zh-CN" altLang="en-US" smtClean="0"/>
            </a:fld>
            <a:endParaRPr lang="zh-CN" altLang="en-US"/>
          </a:p>
        </p:txBody>
      </p:sp>
      <p:sp>
        <p:nvSpPr>
          <p:cNvPr id="80" name="署名占位符 10"/>
          <p:cNvSpPr>
            <a:spLocks noGrp="1"/>
          </p:cNvSpPr>
          <p:nvPr>
            <p:ph type="body" sz="quarter" idx="17" hasCustomPrompt="1"/>
          </p:nvPr>
        </p:nvSpPr>
        <p:spPr>
          <a:xfrm>
            <a:off x="785942" y="5645599"/>
            <a:ext cx="4317495" cy="504000"/>
          </a:xfrm>
        </p:spPr>
        <p:txBody>
          <a:bodyPr wrap="square" anchor="ctr">
            <a:normAutofit/>
          </a:bodyPr>
          <a:lstStyle>
            <a:lvl1pPr marL="0" indent="0" algn="l">
              <a:lnSpc>
                <a:spcPct val="100000"/>
              </a:lnSpc>
              <a:buNone/>
              <a:defRPr sz="1800">
                <a:solidFill>
                  <a:schemeClr val="accent4"/>
                </a:solidFill>
                <a:latin typeface="+mn-ea"/>
                <a:ea typeface="+mn-ea"/>
                <a:cs typeface="+mn-ea"/>
                <a:sym typeface="+mn-ea"/>
              </a:defRPr>
            </a:lvl1pPr>
          </a:lstStyle>
          <a:p>
            <a:pPr lvl="0"/>
            <a:r>
              <a:rPr lang="zh-CN" altLang="en-US"/>
              <a:t>署名</a:t>
            </a:r>
            <a:endParaRPr lang="zh-CN" altLang="en-US"/>
          </a:p>
        </p:txBody>
      </p:sp>
    </p:spTree>
  </p:cSld>
  <p:clrMapOvr>
    <a:masterClrMapping/>
  </p:clrMapOvr>
  <p:transition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标题和内容">
    <p:spTree>
      <p:nvGrpSpPr>
        <p:cNvPr id="8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标题 1"/>
          <p:cNvSpPr>
            <a:spLocks noGrp="1"/>
          </p:cNvSpPr>
          <p:nvPr>
            <p:ph type="title"/>
          </p:nvPr>
        </p:nvSpPr>
        <p:spPr>
          <a:xfrm>
            <a:off x="696000" y="360000"/>
            <a:ext cx="10800000" cy="720000"/>
          </a:xfrm>
        </p:spPr>
        <p:txBody>
          <a:bodyPr wrap="square" lIns="0" tIns="0" rIns="0" bIns="0" anchor="b">
            <a:normAutofit/>
          </a:bodyPr>
          <a:lstStyle>
            <a:lvl1pPr algn="l">
              <a:defRPr sz="3600">
                <a:latin typeface="+mj-ea"/>
                <a:ea typeface="+mj-ea"/>
                <a:cs typeface="+mj-ea"/>
                <a:sym typeface="+mj-ea"/>
              </a:defRPr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83" name="内容占位符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>
            <a:lvl1pPr>
              <a:defRPr>
                <a:latin typeface="+mn-ea"/>
                <a:ea typeface="+mn-ea"/>
                <a:cs typeface="+mn-ea"/>
                <a:sym typeface="+mn-ea"/>
              </a:defRPr>
            </a:lvl1pPr>
            <a:lvl2pPr>
              <a:defRPr>
                <a:latin typeface="+mn-ea"/>
                <a:ea typeface="+mn-ea"/>
                <a:cs typeface="+mn-ea"/>
                <a:sym typeface="+mn-ea"/>
              </a:defRPr>
            </a:lvl2pPr>
            <a:lvl3pPr>
              <a:defRPr>
                <a:latin typeface="+mn-ea"/>
                <a:ea typeface="+mn-ea"/>
                <a:cs typeface="+mn-ea"/>
                <a:sym typeface="+mn-ea"/>
              </a:defRPr>
            </a:lvl3pPr>
            <a:lvl4pPr>
              <a:defRPr>
                <a:latin typeface="+mn-ea"/>
                <a:ea typeface="+mn-ea"/>
                <a:cs typeface="+mn-ea"/>
                <a:sym typeface="+mn-ea"/>
              </a:defRPr>
            </a:lvl4pPr>
            <a:lvl5pPr>
              <a:defRPr>
                <a:latin typeface="+mn-ea"/>
                <a:ea typeface="+mn-ea"/>
                <a:cs typeface="+mn-ea"/>
                <a:sym typeface="+mn-ea"/>
              </a:defRPr>
            </a:lvl5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>
                <a:sym typeface="+mn-ea"/>
              </a:rPr>
              <a:t>第</a:t>
            </a:r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>
                <a:sym typeface="+mn-ea"/>
              </a:rPr>
              <a:t>第</a:t>
            </a:r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>
                <a:sym typeface="+mn-ea"/>
              </a:rPr>
              <a:t>第</a:t>
            </a:r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84" name="日期占位符 3"/>
          <p:cNvSpPr>
            <a:spLocks noGrp="1"/>
          </p:cNvSpPr>
          <p:nvPr>
            <p:ph type="dt" sz="half" idx="10"/>
          </p:nvPr>
        </p:nvSpPr>
        <p:spPr/>
        <p:txBody>
          <a:bodyPr wrap="square">
            <a:normAutofit/>
          </a:bodyPr>
          <a:lstStyle>
            <a:lvl1pPr>
              <a:defRPr>
                <a:latin typeface="+mn-ea"/>
                <a:ea typeface="+mn-ea"/>
                <a:cs typeface="+mn-ea"/>
                <a:sym typeface="+mn-ea"/>
              </a:defRPr>
            </a:lvl1pPr>
          </a:lstStyle>
          <a:p>
            <a:fld id="{5592522B-0F24-4480-B9DD-A9474A6880D6}" type="datetimeFigureOut">
              <a:rPr lang="zh-CN" altLang="en-US" smtClean="0"/>
            </a:fld>
            <a:endParaRPr lang="zh-CN" altLang="en-US"/>
          </a:p>
        </p:txBody>
      </p:sp>
      <p:sp>
        <p:nvSpPr>
          <p:cNvPr id="8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8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 wrap="square">
            <a:normAutofit/>
          </a:bodyPr>
          <a:lstStyle>
            <a:lvl1pPr>
              <a:defRPr>
                <a:latin typeface="+mn-ea"/>
                <a:ea typeface="+mn-ea"/>
                <a:cs typeface="+mn-ea"/>
                <a:sym typeface="+mn-ea"/>
              </a:defRPr>
            </a:lvl1pPr>
          </a:lstStyle>
          <a:p>
            <a:fld id="{BE5F26B5-172A-4DC2-B0B7-181CFC56B87C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transition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>
  <p:cSld name="目录">
    <p:spTree>
      <p:nvGrpSpPr>
        <p:cNvPr id="95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Image 0" descr=" "/>
          <p:cNvSpPr/>
          <p:nvPr/>
        </p:nvSpPr>
        <p:spPr>
          <a:xfrm>
            <a:off x="7238778" y="0"/>
            <a:ext cx="2615560" cy="4483100"/>
          </a:xfrm>
          <a:custGeom>
            <a:avLst/>
            <a:gdLst>
              <a:gd name="connsiteX0" fmla="*/ 0 w 2615560"/>
              <a:gd name="connsiteY0" fmla="*/ 0 h 4483100"/>
              <a:gd name="connsiteX1" fmla="*/ 2615561 w 2615560"/>
              <a:gd name="connsiteY1" fmla="*/ 0 h 4483100"/>
              <a:gd name="connsiteX2" fmla="*/ 2615561 w 2615560"/>
              <a:gd name="connsiteY2" fmla="*/ 3171825 h 4483100"/>
              <a:gd name="connsiteX3" fmla="*/ 1307781 w 2615560"/>
              <a:gd name="connsiteY3" fmla="*/ 4483100 h 4483100"/>
              <a:gd name="connsiteX4" fmla="*/ 0 w 2615560"/>
              <a:gd name="connsiteY4" fmla="*/ 3171825 h 4483100"/>
              <a:gd name="connsiteX5" fmla="*/ 0 w 2615560"/>
              <a:gd name="connsiteY5" fmla="*/ 0 h 44831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615560" h="4483100">
                <a:moveTo>
                  <a:pt x="0" y="0"/>
                </a:moveTo>
                <a:lnTo>
                  <a:pt x="2615561" y="0"/>
                </a:lnTo>
                <a:lnTo>
                  <a:pt x="2615561" y="3171825"/>
                </a:lnTo>
                <a:cubicBezTo>
                  <a:pt x="2615561" y="3896017"/>
                  <a:pt x="2030043" y="4483100"/>
                  <a:pt x="1307781" y="4483100"/>
                </a:cubicBezTo>
                <a:cubicBezTo>
                  <a:pt x="585513" y="4483100"/>
                  <a:pt x="0" y="3896017"/>
                  <a:pt x="0" y="3171825"/>
                </a:cubicBezTo>
                <a:lnTo>
                  <a:pt x="0" y="0"/>
                </a:lnTo>
                <a:close/>
              </a:path>
            </a:pathLst>
          </a:custGeom>
          <a:solidFill>
            <a:schemeClr val="accent1">
              <a:alpha val="26000"/>
            </a:schemeClr>
          </a:solidFill>
          <a:ln w="12619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lvl="0"/>
            <a:endParaRPr lang="zh-CN" altLang="en-US"/>
          </a:p>
        </p:txBody>
      </p:sp>
      <p:sp>
        <p:nvSpPr>
          <p:cNvPr id="97" name="Image 1" descr=" "/>
          <p:cNvSpPr/>
          <p:nvPr/>
        </p:nvSpPr>
        <p:spPr>
          <a:xfrm>
            <a:off x="1587" y="787323"/>
            <a:ext cx="1777556" cy="1028852"/>
          </a:xfrm>
          <a:custGeom>
            <a:avLst/>
            <a:gdLst>
              <a:gd name="connsiteX0" fmla="*/ 0 w 1777556"/>
              <a:gd name="connsiteY0" fmla="*/ 1028853 h 1028852"/>
              <a:gd name="connsiteX1" fmla="*/ 0 w 1777556"/>
              <a:gd name="connsiteY1" fmla="*/ 0 h 1028852"/>
              <a:gd name="connsiteX2" fmla="*/ 1256986 w 1777556"/>
              <a:gd name="connsiteY2" fmla="*/ 0 h 1028852"/>
              <a:gd name="connsiteX3" fmla="*/ 1777556 w 1777556"/>
              <a:gd name="connsiteY3" fmla="*/ 514426 h 1028852"/>
              <a:gd name="connsiteX4" fmla="*/ 1256986 w 1777556"/>
              <a:gd name="connsiteY4" fmla="*/ 1028853 h 1028852"/>
              <a:gd name="connsiteX5" fmla="*/ 0 w 1777556"/>
              <a:gd name="connsiteY5" fmla="*/ 1028853 h 10288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777555" h="1028852">
                <a:moveTo>
                  <a:pt x="0" y="1028853"/>
                </a:moveTo>
                <a:lnTo>
                  <a:pt x="0" y="0"/>
                </a:lnTo>
                <a:lnTo>
                  <a:pt x="1256986" y="0"/>
                </a:lnTo>
                <a:cubicBezTo>
                  <a:pt x="1544493" y="0"/>
                  <a:pt x="1777556" y="230316"/>
                  <a:pt x="1777556" y="514426"/>
                </a:cubicBezTo>
                <a:cubicBezTo>
                  <a:pt x="1777556" y="798537"/>
                  <a:pt x="1544493" y="1028853"/>
                  <a:pt x="1256986" y="1028853"/>
                </a:cubicBezTo>
                <a:lnTo>
                  <a:pt x="0" y="1028853"/>
                </a:lnTo>
                <a:close/>
              </a:path>
            </a:pathLst>
          </a:custGeom>
          <a:solidFill>
            <a:schemeClr val="accent1">
              <a:alpha val="20000"/>
            </a:schemeClr>
          </a:solidFill>
          <a:ln w="12650" cap="flat">
            <a:noFill/>
            <a:prstDash val="solid"/>
            <a:miter/>
          </a:ln>
        </p:spPr>
        <p:txBody>
          <a:bodyPr rtlCol="0" anchor="ctr"/>
          <a:lstStyle/>
          <a:p>
            <a:pPr lvl="0"/>
            <a:endParaRPr lang="zh-CN" altLang="en-US"/>
          </a:p>
        </p:txBody>
      </p:sp>
      <p:sp>
        <p:nvSpPr>
          <p:cNvPr id="98" name="Image 2" descr=" "/>
          <p:cNvSpPr/>
          <p:nvPr/>
        </p:nvSpPr>
        <p:spPr>
          <a:xfrm>
            <a:off x="9993971" y="2552700"/>
            <a:ext cx="2196568" cy="4305300"/>
          </a:xfrm>
          <a:custGeom>
            <a:avLst/>
            <a:gdLst>
              <a:gd name="connsiteX0" fmla="*/ 2196569 w 2196568"/>
              <a:gd name="connsiteY0" fmla="*/ 4305300 h 4305300"/>
              <a:gd name="connsiteX1" fmla="*/ 0 w 2196568"/>
              <a:gd name="connsiteY1" fmla="*/ 4305300 h 4305300"/>
              <a:gd name="connsiteX2" fmla="*/ 0 w 2196568"/>
              <a:gd name="connsiteY2" fmla="*/ 1101725 h 4305300"/>
              <a:gd name="connsiteX3" fmla="*/ 1098284 w 2196568"/>
              <a:gd name="connsiteY3" fmla="*/ 0 h 4305300"/>
              <a:gd name="connsiteX4" fmla="*/ 2196569 w 2196568"/>
              <a:gd name="connsiteY4" fmla="*/ 1101725 h 4305300"/>
              <a:gd name="connsiteX5" fmla="*/ 2196569 w 2196568"/>
              <a:gd name="connsiteY5" fmla="*/ 4305300 h 43053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196568" h="4305300">
                <a:moveTo>
                  <a:pt x="2196569" y="4305300"/>
                </a:moveTo>
                <a:lnTo>
                  <a:pt x="0" y="4305300"/>
                </a:lnTo>
                <a:lnTo>
                  <a:pt x="0" y="1101725"/>
                </a:lnTo>
                <a:cubicBezTo>
                  <a:pt x="0" y="493259"/>
                  <a:pt x="491719" y="0"/>
                  <a:pt x="1098284" y="0"/>
                </a:cubicBezTo>
                <a:cubicBezTo>
                  <a:pt x="1704854" y="0"/>
                  <a:pt x="2196569" y="493259"/>
                  <a:pt x="2196569" y="1101725"/>
                </a:cubicBezTo>
                <a:lnTo>
                  <a:pt x="2196569" y="4305300"/>
                </a:lnTo>
                <a:close/>
              </a:path>
            </a:pathLst>
          </a:custGeom>
          <a:solidFill>
            <a:schemeClr val="accent1"/>
          </a:solidFill>
          <a:ln w="1264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99" name="标题 1"/>
          <p:cNvSpPr>
            <a:spLocks noGrp="1"/>
          </p:cNvSpPr>
          <p:nvPr>
            <p:ph type="title" hasCustomPrompt="1"/>
          </p:nvPr>
        </p:nvSpPr>
        <p:spPr>
          <a:xfrm>
            <a:off x="839788" y="590600"/>
            <a:ext cx="1149279" cy="1081088"/>
          </a:xfrm>
        </p:spPr>
        <p:txBody>
          <a:bodyPr wrap="square" anchor="b">
            <a:normAutofit/>
          </a:bodyPr>
          <a:lstStyle>
            <a:lvl1pPr>
              <a:defRPr sz="4200">
                <a:solidFill>
                  <a:schemeClr val="accent4"/>
                </a:solidFill>
                <a:latin typeface="+mj-ea"/>
                <a:ea typeface="+mj-ea"/>
                <a:cs typeface="+mj-ea"/>
                <a:sym typeface="+mj-ea"/>
              </a:defRPr>
            </a:lvl1pPr>
          </a:lstStyle>
          <a:p>
            <a:r>
              <a:rPr lang="zh-CN" altLang="en-US"/>
              <a:t>标题</a:t>
            </a:r>
            <a:endParaRPr lang="zh-CN" altLang="en-US"/>
          </a:p>
        </p:txBody>
      </p:sp>
      <p:sp>
        <p:nvSpPr>
          <p:cNvPr id="100" name="日期占位符 3"/>
          <p:cNvSpPr>
            <a:spLocks noGrp="1"/>
          </p:cNvSpPr>
          <p:nvPr>
            <p:ph type="dt" sz="half" idx="10"/>
          </p:nvPr>
        </p:nvSpPr>
        <p:spPr/>
        <p:txBody>
          <a:bodyPr wrap="square">
            <a:normAutofit/>
          </a:bodyPr>
          <a:lstStyle>
            <a:lvl1pPr>
              <a:defRPr>
                <a:latin typeface="+mn-ea"/>
                <a:ea typeface="+mn-ea"/>
                <a:cs typeface="+mn-ea"/>
                <a:sym typeface="+mn-ea"/>
              </a:defRPr>
            </a:lvl1pPr>
          </a:lstStyle>
          <a:p>
            <a:fld id="{5592522B-0F24-4480-B9DD-A9474A6880D6}" type="datetimeFigureOut">
              <a:rPr lang="zh-CN" altLang="en-US" smtClean="0"/>
            </a:fld>
            <a:endParaRPr lang="zh-CN" altLang="en-US"/>
          </a:p>
        </p:txBody>
      </p:sp>
      <p:sp>
        <p:nvSpPr>
          <p:cNvPr id="101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102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 wrap="square">
            <a:normAutofit/>
          </a:bodyPr>
          <a:lstStyle>
            <a:lvl1pPr>
              <a:defRPr>
                <a:latin typeface="+mn-ea"/>
                <a:ea typeface="+mn-ea"/>
                <a:cs typeface="+mn-ea"/>
                <a:sym typeface="+mn-ea"/>
              </a:defRPr>
            </a:lvl1pPr>
          </a:lstStyle>
          <a:p>
            <a:fld id="{BE5F26B5-172A-4DC2-B0B7-181CFC56B87C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transition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>
  <p:cSld name="节标题">
    <p:spTree>
      <p:nvGrpSpPr>
        <p:cNvPr id="103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标题 1"/>
          <p:cNvSpPr>
            <a:spLocks noGrp="1"/>
          </p:cNvSpPr>
          <p:nvPr>
            <p:ph type="title"/>
          </p:nvPr>
        </p:nvSpPr>
        <p:spPr>
          <a:xfrm>
            <a:off x="6236360" y="3516350"/>
            <a:ext cx="4544200" cy="2094400"/>
          </a:xfrm>
        </p:spPr>
        <p:txBody>
          <a:bodyPr wrap="square" anchor="t">
            <a:normAutofit/>
          </a:bodyPr>
          <a:lstStyle>
            <a:lvl1pPr algn="ctr">
              <a:defRPr sz="4200">
                <a:solidFill>
                  <a:schemeClr val="accent4"/>
                </a:solidFill>
                <a:latin typeface="+mj-ea"/>
                <a:ea typeface="+mj-ea"/>
                <a:cs typeface="+mj-ea"/>
                <a:sym typeface="+mj-ea"/>
              </a:defRPr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105" name="日期占位符 4"/>
          <p:cNvSpPr>
            <a:spLocks noGrp="1"/>
          </p:cNvSpPr>
          <p:nvPr>
            <p:ph type="dt" sz="half" idx="10"/>
          </p:nvPr>
        </p:nvSpPr>
        <p:spPr/>
        <p:txBody>
          <a:bodyPr wrap="square">
            <a:normAutofit/>
          </a:bodyPr>
          <a:lstStyle>
            <a:lvl1pPr>
              <a:defRPr>
                <a:latin typeface="+mn-ea"/>
                <a:ea typeface="+mn-ea"/>
                <a:cs typeface="+mn-ea"/>
                <a:sym typeface="+mn-ea"/>
              </a:defRPr>
            </a:lvl1pPr>
          </a:lstStyle>
          <a:p>
            <a:fld id="{5592522B-0F24-4480-B9DD-A9474A6880D6}" type="datetimeFigureOut">
              <a:rPr lang="zh-CN" altLang="en-US" smtClean="0"/>
            </a:fld>
            <a:endParaRPr lang="zh-CN" altLang="en-US"/>
          </a:p>
        </p:txBody>
      </p:sp>
      <p:sp>
        <p:nvSpPr>
          <p:cNvPr id="10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10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 wrap="square">
            <a:normAutofit/>
          </a:bodyPr>
          <a:lstStyle>
            <a:lvl1pPr>
              <a:defRPr>
                <a:latin typeface="+mn-ea"/>
                <a:ea typeface="+mn-ea"/>
                <a:cs typeface="+mn-ea"/>
                <a:sym typeface="+mn-ea"/>
              </a:defRPr>
            </a:lvl1pPr>
          </a:lstStyle>
          <a:p>
            <a:fld id="{BE5F26B5-172A-4DC2-B0B7-181CFC56B87C}" type="slidenum">
              <a:rPr lang="zh-CN" altLang="en-US" smtClean="0"/>
            </a:fld>
            <a:endParaRPr lang="zh-CN" altLang="en-US"/>
          </a:p>
        </p:txBody>
      </p:sp>
      <p:sp>
        <p:nvSpPr>
          <p:cNvPr id="108" name="Image 1" descr=" "/>
          <p:cNvSpPr/>
          <p:nvPr userDrawn="1"/>
        </p:nvSpPr>
        <p:spPr>
          <a:xfrm>
            <a:off x="2309495" y="0"/>
            <a:ext cx="2240280" cy="3617595"/>
          </a:xfrm>
          <a:custGeom>
            <a:avLst/>
            <a:gdLst>
              <a:gd name="connsiteX0" fmla="*/ 0 w 1612497"/>
              <a:gd name="connsiteY0" fmla="*/ 0 h 2603500"/>
              <a:gd name="connsiteX1" fmla="*/ 1612497 w 1612497"/>
              <a:gd name="connsiteY1" fmla="*/ 0 h 2603500"/>
              <a:gd name="connsiteX2" fmla="*/ 1612497 w 1612497"/>
              <a:gd name="connsiteY2" fmla="*/ 1797050 h 2603500"/>
              <a:gd name="connsiteX3" fmla="*/ 806249 w 1612497"/>
              <a:gd name="connsiteY3" fmla="*/ 2603500 h 2603500"/>
              <a:gd name="connsiteX4" fmla="*/ 806249 w 1612497"/>
              <a:gd name="connsiteY4" fmla="*/ 2603500 h 2603500"/>
              <a:gd name="connsiteX5" fmla="*/ 0 w 1612497"/>
              <a:gd name="connsiteY5" fmla="*/ 1797050 h 2603500"/>
              <a:gd name="connsiteX6" fmla="*/ 0 w 1612497"/>
              <a:gd name="connsiteY6" fmla="*/ 0 h 2603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612497" h="2603500">
                <a:moveTo>
                  <a:pt x="0" y="0"/>
                </a:moveTo>
                <a:lnTo>
                  <a:pt x="1612497" y="0"/>
                </a:lnTo>
                <a:lnTo>
                  <a:pt x="1612497" y="1797050"/>
                </a:lnTo>
                <a:cubicBezTo>
                  <a:pt x="1612497" y="2242439"/>
                  <a:pt x="1251528" y="2603500"/>
                  <a:pt x="806249" y="2603500"/>
                </a:cubicBezTo>
                <a:lnTo>
                  <a:pt x="806249" y="2603500"/>
                </a:lnTo>
                <a:cubicBezTo>
                  <a:pt x="360970" y="2603500"/>
                  <a:pt x="0" y="2242439"/>
                  <a:pt x="0" y="1797050"/>
                </a:cubicBezTo>
                <a:lnTo>
                  <a:pt x="0" y="0"/>
                </a:lnTo>
                <a:close/>
              </a:path>
            </a:pathLst>
          </a:custGeom>
          <a:solidFill>
            <a:schemeClr val="accent2">
              <a:lumMod val="40000"/>
              <a:lumOff val="60000"/>
            </a:schemeClr>
          </a:solidFill>
          <a:ln w="1267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09" name="Image 2" descr=" "/>
          <p:cNvSpPr/>
          <p:nvPr userDrawn="1"/>
        </p:nvSpPr>
        <p:spPr>
          <a:xfrm>
            <a:off x="1721651" y="4241800"/>
            <a:ext cx="2450487" cy="2616200"/>
          </a:xfrm>
          <a:custGeom>
            <a:avLst/>
            <a:gdLst>
              <a:gd name="connsiteX0" fmla="*/ 0 w 2450487"/>
              <a:gd name="connsiteY0" fmla="*/ 1225550 h 2616200"/>
              <a:gd name="connsiteX1" fmla="*/ 1225244 w 2450487"/>
              <a:gd name="connsiteY1" fmla="*/ 0 h 2616200"/>
              <a:gd name="connsiteX2" fmla="*/ 1225244 w 2450487"/>
              <a:gd name="connsiteY2" fmla="*/ 0 h 2616200"/>
              <a:gd name="connsiteX3" fmla="*/ 2450487 w 2450487"/>
              <a:gd name="connsiteY3" fmla="*/ 1225550 h 2616200"/>
              <a:gd name="connsiteX4" fmla="*/ 2450487 w 2450487"/>
              <a:gd name="connsiteY4" fmla="*/ 2616200 h 2616200"/>
              <a:gd name="connsiteX5" fmla="*/ 0 w 2450487"/>
              <a:gd name="connsiteY5" fmla="*/ 2616200 h 2616200"/>
              <a:gd name="connsiteX6" fmla="*/ 0 w 2450487"/>
              <a:gd name="connsiteY6" fmla="*/ 1225550 h 2616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450487" h="2616200">
                <a:moveTo>
                  <a:pt x="0" y="1225550"/>
                </a:moveTo>
                <a:cubicBezTo>
                  <a:pt x="0" y="548697"/>
                  <a:pt x="548560" y="0"/>
                  <a:pt x="1225244" y="0"/>
                </a:cubicBezTo>
                <a:lnTo>
                  <a:pt x="1225244" y="0"/>
                </a:lnTo>
                <a:cubicBezTo>
                  <a:pt x="1901921" y="0"/>
                  <a:pt x="2450487" y="548697"/>
                  <a:pt x="2450487" y="1225550"/>
                </a:cubicBezTo>
                <a:lnTo>
                  <a:pt x="2450487" y="2616200"/>
                </a:lnTo>
                <a:lnTo>
                  <a:pt x="0" y="2616200"/>
                </a:lnTo>
                <a:lnTo>
                  <a:pt x="0" y="1225550"/>
                </a:lnTo>
                <a:close/>
              </a:path>
            </a:pathLst>
          </a:custGeom>
          <a:solidFill>
            <a:schemeClr val="accent6"/>
          </a:solidFill>
          <a:ln w="12684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10" name="Shape 2"/>
          <p:cNvSpPr/>
          <p:nvPr userDrawn="1"/>
        </p:nvSpPr>
        <p:spPr>
          <a:xfrm>
            <a:off x="8038678" y="2292350"/>
            <a:ext cx="939565" cy="939800"/>
          </a:xfrm>
          <a:prstGeom prst="ellipse">
            <a:avLst/>
          </a:prstGeom>
          <a:solidFill>
            <a:schemeClr val="accent6"/>
          </a:solidFill>
        </p:spPr>
        <p:txBody>
          <a:bodyPr/>
          <a:lstStyle/>
          <a:p>
            <a:endParaRPr lang="zh-CN" altLang="en-US"/>
          </a:p>
        </p:txBody>
      </p:sp>
      <p:sp>
        <p:nvSpPr>
          <p:cNvPr id="111" name="节编号 3"/>
          <p:cNvSpPr>
            <a:spLocks noGrp="1"/>
          </p:cNvSpPr>
          <p:nvPr>
            <p:ph type="body" sz="quarter" idx="13" hasCustomPrompt="1"/>
          </p:nvPr>
        </p:nvSpPr>
        <p:spPr>
          <a:xfrm>
            <a:off x="6236360" y="2122450"/>
            <a:ext cx="4544200" cy="1224000"/>
          </a:xfrm>
        </p:spPr>
        <p:txBody>
          <a:bodyPr wrap="square" anchor="ctr">
            <a:normAutofit/>
          </a:bodyPr>
          <a:lstStyle>
            <a:lvl1pPr marL="0" indent="0" algn="ctr">
              <a:buNone/>
              <a:defRPr sz="3000" b="1">
                <a:solidFill>
                  <a:schemeClr val="lt1">
                    <a:lumMod val="100000"/>
                  </a:schemeClr>
                </a:solidFill>
                <a:latin typeface="+mn-ea"/>
                <a:ea typeface="+mn-ea"/>
                <a:cs typeface="+mn-ea"/>
                <a:sym typeface="+mn-ea"/>
              </a:defRPr>
            </a:lvl1pPr>
          </a:lstStyle>
          <a:p>
            <a:pPr lvl="0"/>
            <a:r>
              <a:rPr lang="zh-CN" altLang="en-US"/>
              <a:t>节编号</a:t>
            </a:r>
            <a:endParaRPr lang="zh-CN" altLang="en-US"/>
          </a:p>
        </p:txBody>
      </p:sp>
    </p:spTree>
  </p:cSld>
  <p:clrMapOvr>
    <a:masterClrMapping/>
  </p:clrMapOvr>
  <p:transition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>
  <p:cSld name="两栏内容">
    <p:spTree>
      <p:nvGrpSpPr>
        <p:cNvPr id="11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标题 1"/>
          <p:cNvSpPr>
            <a:spLocks noGrp="1"/>
          </p:cNvSpPr>
          <p:nvPr>
            <p:ph type="title"/>
          </p:nvPr>
        </p:nvSpPr>
        <p:spPr>
          <a:xfrm>
            <a:off x="696000" y="360000"/>
            <a:ext cx="10800000" cy="720000"/>
          </a:xfrm>
        </p:spPr>
        <p:txBody>
          <a:bodyPr vert="horz" wrap="square" lIns="0" tIns="0" rIns="0" bIns="0" rtlCol="0" anchor="b">
            <a:normAutofit/>
          </a:bodyPr>
          <a:lstStyle>
            <a:lvl1pPr algn="l">
              <a:defRPr lang="zh-CN" altLang="en-US" sz="3600">
                <a:latin typeface="+mj-ea"/>
                <a:ea typeface="+mj-ea"/>
                <a:cs typeface="+mj-ea"/>
                <a:sym typeface="+mj-ea"/>
              </a:defRPr>
            </a:lvl1pPr>
          </a:lstStyle>
          <a:p>
            <a:pPr lvl="0"/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114" name="内容占位符 2"/>
          <p:cNvSpPr>
            <a:spLocks noGrp="1"/>
          </p:cNvSpPr>
          <p:nvPr>
            <p:ph sz="half" idx="1"/>
          </p:nvPr>
        </p:nvSpPr>
        <p:spPr>
          <a:xfrm>
            <a:off x="695960" y="1301750"/>
            <a:ext cx="5323840" cy="4875850"/>
          </a:xfrm>
        </p:spPr>
        <p:txBody>
          <a:bodyPr wrap="square">
            <a:normAutofit/>
          </a:bodyPr>
          <a:lstStyle>
            <a:lvl1pPr>
              <a:defRPr>
                <a:latin typeface="+mn-ea"/>
                <a:ea typeface="+mn-ea"/>
                <a:cs typeface="+mn-ea"/>
                <a:sym typeface="+mn-ea"/>
              </a:defRPr>
            </a:lvl1pPr>
            <a:lvl2pPr>
              <a:defRPr>
                <a:latin typeface="+mn-ea"/>
                <a:ea typeface="+mn-ea"/>
                <a:cs typeface="+mn-ea"/>
                <a:sym typeface="+mn-ea"/>
              </a:defRPr>
            </a:lvl2pPr>
            <a:lvl3pPr>
              <a:defRPr>
                <a:latin typeface="+mn-ea"/>
                <a:ea typeface="+mn-ea"/>
                <a:cs typeface="+mn-ea"/>
                <a:sym typeface="+mn-ea"/>
              </a:defRPr>
            </a:lvl3pPr>
            <a:lvl4pPr>
              <a:defRPr>
                <a:latin typeface="+mn-ea"/>
                <a:ea typeface="+mn-ea"/>
                <a:cs typeface="+mn-ea"/>
                <a:sym typeface="+mn-ea"/>
              </a:defRPr>
            </a:lvl4pPr>
            <a:lvl5pPr>
              <a:defRPr>
                <a:latin typeface="+mn-ea"/>
                <a:ea typeface="+mn-ea"/>
                <a:cs typeface="+mn-ea"/>
                <a:sym typeface="+mn-ea"/>
              </a:defRPr>
            </a:lvl5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>
                <a:sym typeface="+mn-ea"/>
              </a:rPr>
              <a:t>第</a:t>
            </a:r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>
                <a:sym typeface="+mn-ea"/>
              </a:rPr>
              <a:t>第</a:t>
            </a:r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>
                <a:sym typeface="+mn-ea"/>
              </a:rPr>
              <a:t>第</a:t>
            </a:r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>
                <a:sym typeface="+mn-ea"/>
              </a:rPr>
              <a:t>第</a:t>
            </a:r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115" name="内容占位符 3"/>
          <p:cNvSpPr>
            <a:spLocks noGrp="1"/>
          </p:cNvSpPr>
          <p:nvPr>
            <p:ph sz="half" idx="2"/>
          </p:nvPr>
        </p:nvSpPr>
        <p:spPr>
          <a:xfrm>
            <a:off x="6172200" y="1301750"/>
            <a:ext cx="5323840" cy="4875850"/>
          </a:xfrm>
        </p:spPr>
        <p:txBody>
          <a:bodyPr wrap="square">
            <a:normAutofit/>
          </a:bodyPr>
          <a:lstStyle>
            <a:lvl1pPr>
              <a:defRPr>
                <a:latin typeface="+mn-ea"/>
                <a:ea typeface="+mn-ea"/>
                <a:cs typeface="+mn-ea"/>
                <a:sym typeface="+mn-ea"/>
              </a:defRPr>
            </a:lvl1pPr>
            <a:lvl2pPr>
              <a:defRPr>
                <a:latin typeface="+mn-ea"/>
                <a:ea typeface="+mn-ea"/>
                <a:cs typeface="+mn-ea"/>
                <a:sym typeface="+mn-ea"/>
              </a:defRPr>
            </a:lvl2pPr>
            <a:lvl3pPr>
              <a:defRPr>
                <a:latin typeface="+mn-ea"/>
                <a:ea typeface="+mn-ea"/>
                <a:cs typeface="+mn-ea"/>
                <a:sym typeface="+mn-ea"/>
              </a:defRPr>
            </a:lvl3pPr>
            <a:lvl4pPr>
              <a:defRPr>
                <a:latin typeface="+mn-ea"/>
                <a:ea typeface="+mn-ea"/>
                <a:cs typeface="+mn-ea"/>
                <a:sym typeface="+mn-ea"/>
              </a:defRPr>
            </a:lvl4pPr>
            <a:lvl5pPr>
              <a:defRPr>
                <a:latin typeface="+mn-ea"/>
                <a:ea typeface="+mn-ea"/>
                <a:cs typeface="+mn-ea"/>
                <a:sym typeface="+mn-ea"/>
              </a:defRPr>
            </a:lvl5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>
                <a:sym typeface="+mn-ea"/>
              </a:rPr>
              <a:t>第</a:t>
            </a:r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>
                <a:sym typeface="+mn-ea"/>
              </a:rPr>
              <a:t>第</a:t>
            </a:r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>
                <a:sym typeface="+mn-ea"/>
              </a:rPr>
              <a:t>第</a:t>
            </a:r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>
                <a:sym typeface="+mn-ea"/>
              </a:rPr>
              <a:t>第</a:t>
            </a:r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116" name="日期占位符 4"/>
          <p:cNvSpPr>
            <a:spLocks noGrp="1"/>
          </p:cNvSpPr>
          <p:nvPr>
            <p:ph type="dt" sz="half" idx="10"/>
          </p:nvPr>
        </p:nvSpPr>
        <p:spPr/>
        <p:txBody>
          <a:bodyPr wrap="square">
            <a:normAutofit/>
          </a:bodyPr>
          <a:lstStyle>
            <a:lvl1pPr>
              <a:defRPr>
                <a:latin typeface="+mn-ea"/>
                <a:ea typeface="+mn-ea"/>
                <a:cs typeface="+mn-ea"/>
                <a:sym typeface="+mn-ea"/>
              </a:defRPr>
            </a:lvl1pPr>
          </a:lstStyle>
          <a:p>
            <a:fld id="{5592522B-0F24-4480-B9DD-A9474A6880D6}" type="datetimeFigureOut">
              <a:rPr lang="zh-CN" altLang="en-US" smtClean="0"/>
            </a:fld>
            <a:endParaRPr lang="zh-CN" altLang="en-US"/>
          </a:p>
        </p:txBody>
      </p:sp>
      <p:sp>
        <p:nvSpPr>
          <p:cNvPr id="117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118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 wrap="square">
            <a:normAutofit/>
          </a:bodyPr>
          <a:lstStyle>
            <a:lvl1pPr>
              <a:defRPr>
                <a:latin typeface="+mn-ea"/>
                <a:ea typeface="+mn-ea"/>
                <a:cs typeface="+mn-ea"/>
                <a:sym typeface="+mn-ea"/>
              </a:defRPr>
            </a:lvl1pPr>
          </a:lstStyle>
          <a:p>
            <a:fld id="{BE5F26B5-172A-4DC2-B0B7-181CFC56B87C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transition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>
  <p:cSld name="比较">
    <p:spTree>
      <p:nvGrpSpPr>
        <p:cNvPr id="119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标题 1"/>
          <p:cNvSpPr>
            <a:spLocks noGrp="1"/>
          </p:cNvSpPr>
          <p:nvPr>
            <p:ph type="title"/>
          </p:nvPr>
        </p:nvSpPr>
        <p:spPr>
          <a:xfrm>
            <a:off x="696000" y="360000"/>
            <a:ext cx="10800000" cy="720000"/>
          </a:xfrm>
        </p:spPr>
        <p:txBody>
          <a:bodyPr vert="horz" wrap="square" lIns="0" tIns="0" rIns="0" bIns="0" rtlCol="0" anchor="b">
            <a:normAutofit/>
          </a:bodyPr>
          <a:lstStyle>
            <a:lvl1pPr algn="l">
              <a:defRPr lang="zh-CN" altLang="en-US" sz="3600">
                <a:latin typeface="+mj-ea"/>
                <a:ea typeface="+mj-ea"/>
                <a:cs typeface="+mj-ea"/>
                <a:sym typeface="+mj-ea"/>
              </a:defRPr>
            </a:lvl1pPr>
          </a:lstStyle>
          <a:p>
            <a:pPr lvl="0"/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121" name="文本占位符 2"/>
          <p:cNvSpPr>
            <a:spLocks noGrp="1"/>
          </p:cNvSpPr>
          <p:nvPr>
            <p:ph type="body" idx="1"/>
          </p:nvPr>
        </p:nvSpPr>
        <p:spPr>
          <a:xfrm>
            <a:off x="695960" y="1301750"/>
            <a:ext cx="5323840" cy="411303"/>
          </a:xfrm>
        </p:spPr>
        <p:txBody>
          <a:bodyPr wrap="square" anchor="b">
            <a:normAutofit/>
          </a:bodyPr>
          <a:lstStyle>
            <a:lvl1pPr marL="0" indent="0">
              <a:buNone/>
              <a:defRPr sz="2400" b="1">
                <a:latin typeface="+mn-ea"/>
                <a:ea typeface="+mn-ea"/>
                <a:cs typeface="+mn-ea"/>
                <a:sym typeface="+mn-ea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122" name="内容占位符 3"/>
          <p:cNvSpPr>
            <a:spLocks noGrp="1"/>
          </p:cNvSpPr>
          <p:nvPr>
            <p:ph sz="half" idx="2"/>
          </p:nvPr>
        </p:nvSpPr>
        <p:spPr>
          <a:xfrm>
            <a:off x="695960" y="1875099"/>
            <a:ext cx="5323840" cy="4300276"/>
          </a:xfrm>
        </p:spPr>
        <p:txBody>
          <a:bodyPr wrap="square">
            <a:normAutofit/>
          </a:bodyPr>
          <a:lstStyle>
            <a:lvl1pPr>
              <a:defRPr>
                <a:latin typeface="+mn-ea"/>
                <a:ea typeface="+mn-ea"/>
                <a:cs typeface="+mn-ea"/>
                <a:sym typeface="+mn-ea"/>
              </a:defRPr>
            </a:lvl1pPr>
            <a:lvl2pPr>
              <a:defRPr>
                <a:latin typeface="+mn-ea"/>
                <a:ea typeface="+mn-ea"/>
                <a:cs typeface="+mn-ea"/>
                <a:sym typeface="+mn-ea"/>
              </a:defRPr>
            </a:lvl2pPr>
            <a:lvl3pPr>
              <a:defRPr>
                <a:latin typeface="+mn-ea"/>
                <a:ea typeface="+mn-ea"/>
                <a:cs typeface="+mn-ea"/>
                <a:sym typeface="+mn-ea"/>
              </a:defRPr>
            </a:lvl3pPr>
            <a:lvl4pPr>
              <a:defRPr>
                <a:latin typeface="+mn-ea"/>
                <a:ea typeface="+mn-ea"/>
                <a:cs typeface="+mn-ea"/>
                <a:sym typeface="+mn-ea"/>
              </a:defRPr>
            </a:lvl4pPr>
            <a:lvl5pPr>
              <a:defRPr>
                <a:latin typeface="+mn-ea"/>
                <a:ea typeface="+mn-ea"/>
                <a:cs typeface="+mn-ea"/>
                <a:sym typeface="+mn-ea"/>
              </a:defRPr>
            </a:lvl5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>
                <a:sym typeface="+mn-ea"/>
              </a:rPr>
              <a:t>第</a:t>
            </a:r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>
                <a:sym typeface="+mn-ea"/>
              </a:rPr>
              <a:t>第</a:t>
            </a:r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>
                <a:sym typeface="+mn-ea"/>
              </a:rPr>
              <a:t>第</a:t>
            </a:r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>
                <a:sym typeface="+mn-ea"/>
              </a:rPr>
              <a:t>第</a:t>
            </a:r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123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301750"/>
            <a:ext cx="5323840" cy="411303"/>
          </a:xfrm>
        </p:spPr>
        <p:txBody>
          <a:bodyPr wrap="square" anchor="b">
            <a:normAutofit/>
          </a:bodyPr>
          <a:lstStyle>
            <a:lvl1pPr marL="0" indent="0">
              <a:buNone/>
              <a:defRPr sz="2400" b="1">
                <a:latin typeface="+mn-ea"/>
                <a:ea typeface="+mn-ea"/>
                <a:cs typeface="+mn-ea"/>
                <a:sym typeface="+mn-ea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124" name="内容占位符 5"/>
          <p:cNvSpPr>
            <a:spLocks noGrp="1"/>
          </p:cNvSpPr>
          <p:nvPr>
            <p:ph sz="quarter" idx="4"/>
          </p:nvPr>
        </p:nvSpPr>
        <p:spPr>
          <a:xfrm>
            <a:off x="6172200" y="1875099"/>
            <a:ext cx="5323840" cy="4300276"/>
          </a:xfrm>
        </p:spPr>
        <p:txBody>
          <a:bodyPr wrap="square">
            <a:normAutofit/>
          </a:bodyPr>
          <a:lstStyle>
            <a:lvl1pPr>
              <a:defRPr>
                <a:latin typeface="+mn-ea"/>
                <a:ea typeface="+mn-ea"/>
                <a:cs typeface="+mn-ea"/>
                <a:sym typeface="+mn-ea"/>
              </a:defRPr>
            </a:lvl1pPr>
            <a:lvl2pPr>
              <a:defRPr>
                <a:latin typeface="+mn-ea"/>
                <a:ea typeface="+mn-ea"/>
                <a:cs typeface="+mn-ea"/>
                <a:sym typeface="+mn-ea"/>
              </a:defRPr>
            </a:lvl2pPr>
            <a:lvl3pPr>
              <a:defRPr>
                <a:latin typeface="+mn-ea"/>
                <a:ea typeface="+mn-ea"/>
                <a:cs typeface="+mn-ea"/>
                <a:sym typeface="+mn-ea"/>
              </a:defRPr>
            </a:lvl3pPr>
            <a:lvl4pPr>
              <a:defRPr>
                <a:latin typeface="+mn-ea"/>
                <a:ea typeface="+mn-ea"/>
                <a:cs typeface="+mn-ea"/>
                <a:sym typeface="+mn-ea"/>
              </a:defRPr>
            </a:lvl4pPr>
            <a:lvl5pPr>
              <a:defRPr>
                <a:latin typeface="+mn-ea"/>
                <a:ea typeface="+mn-ea"/>
                <a:cs typeface="+mn-ea"/>
                <a:sym typeface="+mn-ea"/>
              </a:defRPr>
            </a:lvl5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>
                <a:sym typeface="+mn-ea"/>
              </a:rPr>
              <a:t>第</a:t>
            </a:r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>
                <a:sym typeface="+mn-ea"/>
              </a:rPr>
              <a:t>第</a:t>
            </a:r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>
                <a:sym typeface="+mn-ea"/>
              </a:rPr>
              <a:t>第</a:t>
            </a:r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>
                <a:sym typeface="+mn-ea"/>
              </a:rPr>
              <a:t>第</a:t>
            </a:r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125" name="日期占位符 6"/>
          <p:cNvSpPr>
            <a:spLocks noGrp="1"/>
          </p:cNvSpPr>
          <p:nvPr>
            <p:ph type="dt" sz="half" idx="10"/>
          </p:nvPr>
        </p:nvSpPr>
        <p:spPr/>
        <p:txBody>
          <a:bodyPr wrap="square">
            <a:normAutofit/>
          </a:bodyPr>
          <a:lstStyle>
            <a:lvl1pPr>
              <a:defRPr>
                <a:latin typeface="+mn-ea"/>
                <a:ea typeface="+mn-ea"/>
                <a:cs typeface="+mn-ea"/>
                <a:sym typeface="+mn-ea"/>
              </a:defRPr>
            </a:lvl1pPr>
          </a:lstStyle>
          <a:p>
            <a:fld id="{5592522B-0F24-4480-B9DD-A9474A6880D6}" type="datetimeFigureOut">
              <a:rPr lang="zh-CN" altLang="en-US" smtClean="0"/>
            </a:fld>
            <a:endParaRPr lang="zh-CN" altLang="en-US"/>
          </a:p>
        </p:txBody>
      </p:sp>
      <p:sp>
        <p:nvSpPr>
          <p:cNvPr id="126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127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 wrap="square">
            <a:normAutofit/>
          </a:bodyPr>
          <a:lstStyle>
            <a:lvl1pPr>
              <a:defRPr>
                <a:latin typeface="+mn-ea"/>
                <a:ea typeface="+mn-ea"/>
                <a:cs typeface="+mn-ea"/>
                <a:sym typeface="+mn-ea"/>
              </a:defRPr>
            </a:lvl1pPr>
          </a:lstStyle>
          <a:p>
            <a:fld id="{BE5F26B5-172A-4DC2-B0B7-181CFC56B87C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transition/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仅标题">
    <p:spTree>
      <p:nvGrpSpPr>
        <p:cNvPr id="128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标题 1"/>
          <p:cNvSpPr>
            <a:spLocks noGrp="1"/>
          </p:cNvSpPr>
          <p:nvPr>
            <p:ph type="title"/>
          </p:nvPr>
        </p:nvSpPr>
        <p:spPr>
          <a:xfrm>
            <a:off x="696000" y="360000"/>
            <a:ext cx="10800000" cy="720000"/>
          </a:xfrm>
        </p:spPr>
        <p:txBody>
          <a:bodyPr wrap="square" lIns="0" tIns="0" rIns="0" bIns="0" anchor="b">
            <a:normAutofit/>
          </a:bodyPr>
          <a:lstStyle>
            <a:lvl1pPr algn="l">
              <a:defRPr sz="3600">
                <a:latin typeface="+mj-ea"/>
                <a:ea typeface="+mj-ea"/>
                <a:cs typeface="+mj-ea"/>
                <a:sym typeface="+mj-ea"/>
              </a:defRPr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130" name="日期占位符 2"/>
          <p:cNvSpPr>
            <a:spLocks noGrp="1"/>
          </p:cNvSpPr>
          <p:nvPr>
            <p:ph type="dt" sz="half" idx="10"/>
          </p:nvPr>
        </p:nvSpPr>
        <p:spPr/>
        <p:txBody>
          <a:bodyPr wrap="square">
            <a:normAutofit/>
          </a:bodyPr>
          <a:lstStyle>
            <a:lvl1pPr>
              <a:defRPr>
                <a:latin typeface="+mn-ea"/>
                <a:ea typeface="+mn-ea"/>
                <a:cs typeface="+mn-ea"/>
                <a:sym typeface="+mn-ea"/>
              </a:defRPr>
            </a:lvl1pPr>
          </a:lstStyle>
          <a:p>
            <a:fld id="{5592522B-0F24-4480-B9DD-A9474A6880D6}" type="datetimeFigureOut">
              <a:rPr lang="zh-CN" altLang="en-US" smtClean="0"/>
            </a:fld>
            <a:endParaRPr lang="zh-CN" altLang="en-US"/>
          </a:p>
        </p:txBody>
      </p:sp>
      <p:sp>
        <p:nvSpPr>
          <p:cNvPr id="131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132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 wrap="square">
            <a:normAutofit/>
          </a:bodyPr>
          <a:lstStyle>
            <a:lvl1pPr>
              <a:defRPr>
                <a:latin typeface="+mn-ea"/>
                <a:ea typeface="+mn-ea"/>
                <a:cs typeface="+mn-ea"/>
                <a:sym typeface="+mn-ea"/>
              </a:defRPr>
            </a:lvl1pPr>
          </a:lstStyle>
          <a:p>
            <a:fld id="{BE5F26B5-172A-4DC2-B0B7-181CFC56B87C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transition/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showMasterSp="0">
  <p:cSld name="空白">
    <p:spTree>
      <p:nvGrpSpPr>
        <p:cNvPr id="133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日期占位符 1"/>
          <p:cNvSpPr>
            <a:spLocks noGrp="1"/>
          </p:cNvSpPr>
          <p:nvPr>
            <p:ph type="dt" sz="half" idx="10"/>
          </p:nvPr>
        </p:nvSpPr>
        <p:spPr/>
        <p:txBody>
          <a:bodyPr wrap="square">
            <a:normAutofit/>
          </a:bodyPr>
          <a:lstStyle>
            <a:lvl1pPr>
              <a:defRPr>
                <a:latin typeface="+mn-ea"/>
                <a:ea typeface="+mn-ea"/>
                <a:cs typeface="+mn-ea"/>
                <a:sym typeface="+mn-ea"/>
              </a:defRPr>
            </a:lvl1pPr>
          </a:lstStyle>
          <a:p>
            <a:fld id="{5592522B-0F24-4480-B9DD-A9474A6880D6}" type="datetimeFigureOut">
              <a:rPr lang="zh-CN" altLang="en-US" smtClean="0"/>
            </a:fld>
            <a:endParaRPr lang="zh-CN" altLang="en-US"/>
          </a:p>
        </p:txBody>
      </p:sp>
      <p:sp>
        <p:nvSpPr>
          <p:cNvPr id="135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136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 wrap="square">
            <a:normAutofit/>
          </a:bodyPr>
          <a:lstStyle>
            <a:lvl1pPr>
              <a:defRPr>
                <a:latin typeface="+mn-ea"/>
                <a:ea typeface="+mn-ea"/>
                <a:cs typeface="+mn-ea"/>
                <a:sym typeface="+mn-ea"/>
              </a:defRPr>
            </a:lvl1pPr>
          </a:lstStyle>
          <a:p>
            <a:fld id="{BE5F26B5-172A-4DC2-B0B7-181CFC56B87C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transition/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>
  <p:cSld name="仅内容">
    <p:spTree>
      <p:nvGrpSpPr>
        <p:cNvPr id="13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内容占位符 1"/>
          <p:cNvSpPr>
            <a:spLocks noGrp="1"/>
          </p:cNvSpPr>
          <p:nvPr>
            <p:ph idx="1"/>
          </p:nvPr>
        </p:nvSpPr>
        <p:spPr>
          <a:xfrm>
            <a:off x="695960" y="360045"/>
            <a:ext cx="10801985" cy="5817870"/>
          </a:xfrm>
        </p:spPr>
        <p:txBody>
          <a:bodyPr wrap="square">
            <a:normAutofit/>
          </a:bodyPr>
          <a:lstStyle>
            <a:lvl1pPr>
              <a:defRPr>
                <a:latin typeface="+mn-ea"/>
                <a:ea typeface="+mn-ea"/>
                <a:cs typeface="+mn-ea"/>
                <a:sym typeface="+mn-ea"/>
              </a:defRPr>
            </a:lvl1pPr>
            <a:lvl2pPr>
              <a:defRPr>
                <a:latin typeface="+mn-ea"/>
                <a:ea typeface="+mn-ea"/>
                <a:cs typeface="+mn-ea"/>
                <a:sym typeface="+mn-ea"/>
              </a:defRPr>
            </a:lvl2pPr>
            <a:lvl3pPr>
              <a:defRPr>
                <a:latin typeface="+mn-ea"/>
                <a:ea typeface="+mn-ea"/>
                <a:cs typeface="+mn-ea"/>
                <a:sym typeface="+mn-ea"/>
              </a:defRPr>
            </a:lvl3pPr>
            <a:lvl4pPr>
              <a:defRPr>
                <a:latin typeface="+mn-ea"/>
                <a:ea typeface="+mn-ea"/>
                <a:cs typeface="+mn-ea"/>
                <a:sym typeface="+mn-ea"/>
              </a:defRPr>
            </a:lvl4pPr>
            <a:lvl5pPr>
              <a:defRPr>
                <a:latin typeface="+mn-ea"/>
                <a:ea typeface="+mn-ea"/>
                <a:cs typeface="+mn-ea"/>
                <a:sym typeface="+mn-ea"/>
              </a:defRPr>
            </a:lvl5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>
                <a:sym typeface="+mn-ea"/>
              </a:rPr>
              <a:t>第</a:t>
            </a:r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>
                <a:sym typeface="+mn-ea"/>
              </a:rPr>
              <a:t>第</a:t>
            </a:r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>
                <a:sym typeface="+mn-ea"/>
              </a:rPr>
              <a:t>第</a:t>
            </a:r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>
                <a:sym typeface="+mn-ea"/>
              </a:rPr>
              <a:t>第</a:t>
            </a:r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139" name="日期占位符 2"/>
          <p:cNvSpPr>
            <a:spLocks noGrp="1"/>
          </p:cNvSpPr>
          <p:nvPr>
            <p:ph type="dt" sz="half" idx="10"/>
          </p:nvPr>
        </p:nvSpPr>
        <p:spPr/>
        <p:txBody>
          <a:bodyPr wrap="square">
            <a:normAutofit/>
          </a:bodyPr>
          <a:lstStyle>
            <a:lvl1pPr>
              <a:defRPr>
                <a:latin typeface="+mn-ea"/>
                <a:ea typeface="+mn-ea"/>
                <a:cs typeface="+mn-ea"/>
                <a:sym typeface="+mn-ea"/>
              </a:defRPr>
            </a:lvl1pPr>
          </a:lstStyle>
          <a:p>
            <a:fld id="{5592522B-0F24-4480-B9DD-A9474A6880D6}" type="datetimeFigureOut">
              <a:rPr lang="zh-CN" altLang="en-US" smtClean="0"/>
            </a:fld>
            <a:endParaRPr lang="zh-CN" altLang="en-US"/>
          </a:p>
        </p:txBody>
      </p:sp>
      <p:sp>
        <p:nvSpPr>
          <p:cNvPr id="140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141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 wrap="square">
            <a:normAutofit/>
          </a:bodyPr>
          <a:lstStyle>
            <a:lvl1pPr>
              <a:defRPr>
                <a:latin typeface="+mn-ea"/>
                <a:ea typeface="+mn-ea"/>
                <a:cs typeface="+mn-ea"/>
                <a:sym typeface="+mn-ea"/>
              </a:defRPr>
            </a:lvl1pPr>
          </a:lstStyle>
          <a:p>
            <a:fld id="{BE5F26B5-172A-4DC2-B0B7-181CFC56B87C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transition/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标题和副标题">
    <p:spTree>
      <p:nvGrpSpPr>
        <p:cNvPr id="14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标题 1"/>
          <p:cNvSpPr>
            <a:spLocks noGrp="1"/>
          </p:cNvSpPr>
          <p:nvPr>
            <p:ph type="title"/>
          </p:nvPr>
        </p:nvSpPr>
        <p:spPr>
          <a:xfrm>
            <a:off x="696000" y="360000"/>
            <a:ext cx="10800000" cy="720000"/>
          </a:xfrm>
        </p:spPr>
        <p:txBody>
          <a:bodyPr wrap="square" lIns="0" tIns="0" rIns="0" bIns="0" anchor="b">
            <a:normAutofit/>
          </a:bodyPr>
          <a:lstStyle>
            <a:lvl1pPr algn="l">
              <a:defRPr sz="3600">
                <a:latin typeface="+mj-ea"/>
                <a:ea typeface="+mj-ea"/>
                <a:cs typeface="+mj-ea"/>
                <a:sym typeface="+mj-ea"/>
              </a:defRPr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144" name="文本占位符 2"/>
          <p:cNvSpPr>
            <a:spLocks noGrp="1"/>
          </p:cNvSpPr>
          <p:nvPr>
            <p:ph type="body" idx="1" hasCustomPrompt="1"/>
          </p:nvPr>
        </p:nvSpPr>
        <p:spPr>
          <a:xfrm>
            <a:off x="695960" y="1301750"/>
            <a:ext cx="10799088" cy="405553"/>
          </a:xfrm>
        </p:spPr>
        <p:txBody>
          <a:bodyPr wrap="square" anchor="t">
            <a:normAutofit/>
          </a:bodyPr>
          <a:lstStyle>
            <a:lvl1pPr marL="0" indent="0">
              <a:buNone/>
              <a:defRPr sz="2400" b="0">
                <a:latin typeface="+mn-ea"/>
                <a:ea typeface="+mn-ea"/>
                <a:cs typeface="+mn-ea"/>
                <a:sym typeface="+mn-ea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r>
              <a:rPr lang="zh-CN" altLang="en-US"/>
              <a:t>单击此处编辑副标题</a:t>
            </a:r>
            <a:endParaRPr lang="zh-CN" altLang="en-US"/>
          </a:p>
        </p:txBody>
      </p:sp>
      <p:sp>
        <p:nvSpPr>
          <p:cNvPr id="145" name="日期占位符 3"/>
          <p:cNvSpPr>
            <a:spLocks noGrp="1"/>
          </p:cNvSpPr>
          <p:nvPr>
            <p:ph type="dt" sz="half" idx="10"/>
          </p:nvPr>
        </p:nvSpPr>
        <p:spPr/>
        <p:txBody>
          <a:bodyPr wrap="square">
            <a:normAutofit/>
          </a:bodyPr>
          <a:lstStyle>
            <a:lvl1pPr>
              <a:defRPr>
                <a:latin typeface="+mn-ea"/>
                <a:ea typeface="+mn-ea"/>
                <a:cs typeface="+mn-ea"/>
                <a:sym typeface="+mn-ea"/>
              </a:defRPr>
            </a:lvl1pPr>
          </a:lstStyle>
          <a:p>
            <a:fld id="{5592522B-0F24-4480-B9DD-A9474A6880D6}" type="datetimeFigureOut">
              <a:rPr lang="zh-CN" altLang="en-US" smtClean="0"/>
            </a:fld>
            <a:endParaRPr lang="zh-CN" altLang="en-US"/>
          </a:p>
        </p:txBody>
      </p:sp>
      <p:sp>
        <p:nvSpPr>
          <p:cNvPr id="146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147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 wrap="square">
            <a:normAutofit/>
          </a:bodyPr>
          <a:lstStyle>
            <a:lvl1pPr>
              <a:defRPr>
                <a:latin typeface="+mn-ea"/>
                <a:ea typeface="+mn-ea"/>
                <a:cs typeface="+mn-ea"/>
                <a:sym typeface="+mn-ea"/>
              </a:defRPr>
            </a:lvl1pPr>
          </a:lstStyle>
          <a:p>
            <a:fld id="{BE5F26B5-172A-4DC2-B0B7-181CFC56B87C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transition/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>
  <p:cSld name="末尾幻灯片">
    <p:spTree>
      <p:nvGrpSpPr>
        <p:cNvPr id="8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矩形 13"/>
          <p:cNvSpPr/>
          <p:nvPr userDrawn="1"/>
        </p:nvSpPr>
        <p:spPr>
          <a:xfrm>
            <a:off x="1200" y="0"/>
            <a:ext cx="12189600" cy="6858000"/>
          </a:xfrm>
          <a:prstGeom prst="rect">
            <a:avLst/>
          </a:prstGeom>
          <a:solidFill>
            <a:schemeClr val="accent2">
              <a:alpha val="18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9" name="标题 1"/>
          <p:cNvSpPr>
            <a:spLocks noGrp="1"/>
          </p:cNvSpPr>
          <p:nvPr>
            <p:ph type="ctrTitle"/>
          </p:nvPr>
        </p:nvSpPr>
        <p:spPr>
          <a:xfrm>
            <a:off x="836976" y="1867085"/>
            <a:ext cx="10515000" cy="1800000"/>
          </a:xfrm>
        </p:spPr>
        <p:txBody>
          <a:bodyPr wrap="square" anchor="b">
            <a:normAutofit/>
          </a:bodyPr>
          <a:lstStyle>
            <a:lvl1pPr algn="ctr">
              <a:lnSpc>
                <a:spcPct val="100000"/>
              </a:lnSpc>
              <a:defRPr sz="5600">
                <a:solidFill>
                  <a:schemeClr val="accent4"/>
                </a:solidFill>
                <a:latin typeface="+mj-ea"/>
                <a:ea typeface="+mj-ea"/>
                <a:cs typeface="+mj-ea"/>
                <a:sym typeface="+mj-ea"/>
              </a:defRPr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90" name="日期占位符 3"/>
          <p:cNvSpPr>
            <a:spLocks noGrp="1"/>
          </p:cNvSpPr>
          <p:nvPr>
            <p:ph type="dt" sz="half" idx="10"/>
          </p:nvPr>
        </p:nvSpPr>
        <p:spPr/>
        <p:txBody>
          <a:bodyPr wrap="square">
            <a:normAutofit/>
          </a:bodyPr>
          <a:lstStyle>
            <a:lvl1pPr>
              <a:defRPr>
                <a:latin typeface="+mn-ea"/>
                <a:ea typeface="+mn-ea"/>
                <a:cs typeface="+mn-ea"/>
                <a:sym typeface="+mn-ea"/>
              </a:defRPr>
            </a:lvl1pPr>
          </a:lstStyle>
          <a:p>
            <a:fld id="{5592522B-0F24-4480-B9DD-A9474A6880D6}" type="datetimeFigureOut">
              <a:rPr lang="zh-CN" altLang="en-US" smtClean="0"/>
            </a:fld>
            <a:endParaRPr lang="zh-CN" altLang="en-US"/>
          </a:p>
        </p:txBody>
      </p:sp>
      <p:sp>
        <p:nvSpPr>
          <p:cNvPr id="91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2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 wrap="square">
            <a:normAutofit/>
          </a:bodyPr>
          <a:lstStyle>
            <a:lvl1pPr>
              <a:defRPr>
                <a:latin typeface="+mn-ea"/>
                <a:ea typeface="+mn-ea"/>
                <a:cs typeface="+mn-ea"/>
                <a:sym typeface="+mn-ea"/>
              </a:defRPr>
            </a:lvl1pPr>
          </a:lstStyle>
          <a:p>
            <a:fld id="{BE5F26B5-172A-4DC2-B0B7-181CFC56B87C}" type="slidenum">
              <a:rPr lang="zh-CN" altLang="en-US" smtClean="0"/>
            </a:fld>
            <a:endParaRPr lang="zh-CN" altLang="en-US"/>
          </a:p>
        </p:txBody>
      </p:sp>
      <p:sp>
        <p:nvSpPr>
          <p:cNvPr id="93" name="署名占位符 10"/>
          <p:cNvSpPr>
            <a:spLocks noGrp="1"/>
          </p:cNvSpPr>
          <p:nvPr>
            <p:ph type="body" sz="quarter" idx="17" hasCustomPrompt="1"/>
          </p:nvPr>
        </p:nvSpPr>
        <p:spPr>
          <a:xfrm>
            <a:off x="836976" y="3901761"/>
            <a:ext cx="10515000" cy="504000"/>
          </a:xfrm>
        </p:spPr>
        <p:txBody>
          <a:bodyPr wrap="square" anchor="t">
            <a:normAutofit/>
          </a:bodyPr>
          <a:lstStyle>
            <a:lvl1pPr marL="0" indent="0" algn="ctr">
              <a:lnSpc>
                <a:spcPct val="100000"/>
              </a:lnSpc>
              <a:buNone/>
              <a:defRPr sz="1800">
                <a:latin typeface="+mn-ea"/>
                <a:ea typeface="+mn-ea"/>
                <a:cs typeface="+mn-ea"/>
                <a:sym typeface="+mn-ea"/>
              </a:defRPr>
            </a:lvl1pPr>
          </a:lstStyle>
          <a:p>
            <a:pPr lvl="0"/>
            <a:r>
              <a:rPr lang="zh-CN" altLang="en-US"/>
              <a:t>署名</a:t>
            </a:r>
            <a:endParaRPr lang="zh-CN" altLang="en-US"/>
          </a:p>
        </p:txBody>
      </p:sp>
      <p:sp>
        <p:nvSpPr>
          <p:cNvPr id="94" name="Image 1" descr=" "/>
          <p:cNvSpPr/>
          <p:nvPr/>
        </p:nvSpPr>
        <p:spPr>
          <a:xfrm>
            <a:off x="0" y="2222500"/>
            <a:ext cx="12188952" cy="2417938"/>
          </a:xfrm>
          <a:custGeom>
            <a:avLst/>
            <a:gdLst>
              <a:gd name="connsiteX0" fmla="*/ 0 w 12188952"/>
              <a:gd name="connsiteY0" fmla="*/ 371489 h 2417938"/>
              <a:gd name="connsiteX1" fmla="*/ 0 w 12188952"/>
              <a:gd name="connsiteY1" fmla="*/ 45621 h 2417938"/>
              <a:gd name="connsiteX2" fmla="*/ 1469023 w 12188952"/>
              <a:gd name="connsiteY2" fmla="*/ 45621 h 2417938"/>
              <a:gd name="connsiteX3" fmla="*/ 1469023 w 12188952"/>
              <a:gd name="connsiteY3" fmla="*/ 371489 h 2417938"/>
              <a:gd name="connsiteX4" fmla="*/ 705461 w 12188952"/>
              <a:gd name="connsiteY4" fmla="*/ 371489 h 2417938"/>
              <a:gd name="connsiteX5" fmla="*/ 705461 w 12188952"/>
              <a:gd name="connsiteY5" fmla="*/ 2372317 h 2417938"/>
              <a:gd name="connsiteX6" fmla="*/ 323680 w 12188952"/>
              <a:gd name="connsiteY6" fmla="*/ 2372317 h 2417938"/>
              <a:gd name="connsiteX7" fmla="*/ 323680 w 12188952"/>
              <a:gd name="connsiteY7" fmla="*/ 371489 h 2417938"/>
              <a:gd name="connsiteX8" fmla="*/ 0 w 12188952"/>
              <a:gd name="connsiteY8" fmla="*/ 371489 h 2417938"/>
              <a:gd name="connsiteX9" fmla="*/ 12188952 w 12188952"/>
              <a:gd name="connsiteY9" fmla="*/ 376820 h 2417938"/>
              <a:gd name="connsiteX10" fmla="*/ 11886628 w 12188952"/>
              <a:gd name="connsiteY10" fmla="*/ 329126 h 2417938"/>
              <a:gd name="connsiteX11" fmla="*/ 11550530 w 12188952"/>
              <a:gd name="connsiteY11" fmla="*/ 391041 h 2417938"/>
              <a:gd name="connsiteX12" fmla="*/ 11406954 w 12188952"/>
              <a:gd name="connsiteY12" fmla="*/ 632183 h 2417938"/>
              <a:gd name="connsiteX13" fmla="*/ 11570109 w 12188952"/>
              <a:gd name="connsiteY13" fmla="*/ 870067 h 2417938"/>
              <a:gd name="connsiteX14" fmla="*/ 11968205 w 12188952"/>
              <a:gd name="connsiteY14" fmla="*/ 1013448 h 2417938"/>
              <a:gd name="connsiteX15" fmla="*/ 12188952 w 12188952"/>
              <a:gd name="connsiteY15" fmla="*/ 1084597 h 2417938"/>
              <a:gd name="connsiteX16" fmla="*/ 12188952 w 12188952"/>
              <a:gd name="connsiteY16" fmla="*/ 1436176 h 2417938"/>
              <a:gd name="connsiteX17" fmla="*/ 11827892 w 12188952"/>
              <a:gd name="connsiteY17" fmla="*/ 1319764 h 2417938"/>
              <a:gd name="connsiteX18" fmla="*/ 11292746 w 12188952"/>
              <a:gd name="connsiteY18" fmla="*/ 1124243 h 2417938"/>
              <a:gd name="connsiteX19" fmla="*/ 11025174 w 12188952"/>
              <a:gd name="connsiteY19" fmla="*/ 654994 h 2417938"/>
              <a:gd name="connsiteX20" fmla="*/ 11286220 w 12188952"/>
              <a:gd name="connsiteY20" fmla="*/ 169451 h 2417938"/>
              <a:gd name="connsiteX21" fmla="*/ 11906207 w 12188952"/>
              <a:gd name="connsiteY21" fmla="*/ 0 h 2417938"/>
              <a:gd name="connsiteX22" fmla="*/ 12188952 w 12188952"/>
              <a:gd name="connsiteY22" fmla="*/ 23422 h 2417938"/>
              <a:gd name="connsiteX23" fmla="*/ 12188952 w 12188952"/>
              <a:gd name="connsiteY23" fmla="*/ 376820 h 2417938"/>
              <a:gd name="connsiteX24" fmla="*/ 12188952 w 12188952"/>
              <a:gd name="connsiteY24" fmla="*/ 2057544 h 2417938"/>
              <a:gd name="connsiteX25" fmla="*/ 12188952 w 12188952"/>
              <a:gd name="connsiteY25" fmla="*/ 2402228 h 2417938"/>
              <a:gd name="connsiteX26" fmla="*/ 11945363 w 12188952"/>
              <a:gd name="connsiteY26" fmla="*/ 2417938 h 2417938"/>
              <a:gd name="connsiteX27" fmla="*/ 11273168 w 12188952"/>
              <a:gd name="connsiteY27" fmla="*/ 2251746 h 2417938"/>
              <a:gd name="connsiteX28" fmla="*/ 10953386 w 12188952"/>
              <a:gd name="connsiteY28" fmla="*/ 1603269 h 2417938"/>
              <a:gd name="connsiteX29" fmla="*/ 11331904 w 12188952"/>
              <a:gd name="connsiteY29" fmla="*/ 1603269 h 2417938"/>
              <a:gd name="connsiteX30" fmla="*/ 11521163 w 12188952"/>
              <a:gd name="connsiteY30" fmla="*/ 1981275 h 2417938"/>
              <a:gd name="connsiteX31" fmla="*/ 11945363 w 12188952"/>
              <a:gd name="connsiteY31" fmla="*/ 2082294 h 2417938"/>
              <a:gd name="connsiteX32" fmla="*/ 12188952 w 12188952"/>
              <a:gd name="connsiteY32" fmla="*/ 2057544 h 2417938"/>
              <a:gd name="connsiteX33" fmla="*/ 2128928 w 12188952"/>
              <a:gd name="connsiteY33" fmla="*/ 45621 h 2417938"/>
              <a:gd name="connsiteX34" fmla="*/ 1747147 w 12188952"/>
              <a:gd name="connsiteY34" fmla="*/ 45621 h 2417938"/>
              <a:gd name="connsiteX35" fmla="*/ 1747147 w 12188952"/>
              <a:gd name="connsiteY35" fmla="*/ 2372317 h 2417938"/>
              <a:gd name="connsiteX36" fmla="*/ 2128928 w 12188952"/>
              <a:gd name="connsiteY36" fmla="*/ 2372317 h 2417938"/>
              <a:gd name="connsiteX37" fmla="*/ 2128928 w 12188952"/>
              <a:gd name="connsiteY37" fmla="*/ 1342575 h 2417938"/>
              <a:gd name="connsiteX38" fmla="*/ 3310164 w 12188952"/>
              <a:gd name="connsiteY38" fmla="*/ 1342575 h 2417938"/>
              <a:gd name="connsiteX39" fmla="*/ 3310164 w 12188952"/>
              <a:gd name="connsiteY39" fmla="*/ 2372317 h 2417938"/>
              <a:gd name="connsiteX40" fmla="*/ 3691945 w 12188952"/>
              <a:gd name="connsiteY40" fmla="*/ 2372317 h 2417938"/>
              <a:gd name="connsiteX41" fmla="*/ 3691945 w 12188952"/>
              <a:gd name="connsiteY41" fmla="*/ 45621 h 2417938"/>
              <a:gd name="connsiteX42" fmla="*/ 3310164 w 12188952"/>
              <a:gd name="connsiteY42" fmla="*/ 45621 h 2417938"/>
              <a:gd name="connsiteX43" fmla="*/ 3310164 w 12188952"/>
              <a:gd name="connsiteY43" fmla="*/ 1016707 h 2417938"/>
              <a:gd name="connsiteX44" fmla="*/ 2128928 w 12188952"/>
              <a:gd name="connsiteY44" fmla="*/ 1016707 h 2417938"/>
              <a:gd name="connsiteX45" fmla="*/ 2128928 w 12188952"/>
              <a:gd name="connsiteY45" fmla="*/ 45621 h 2417938"/>
              <a:gd name="connsiteX46" fmla="*/ 4812262 w 12188952"/>
              <a:gd name="connsiteY46" fmla="*/ 45621 h 2417938"/>
              <a:gd name="connsiteX47" fmla="*/ 5246252 w 12188952"/>
              <a:gd name="connsiteY47" fmla="*/ 45621 h 2417938"/>
              <a:gd name="connsiteX48" fmla="*/ 6137074 w 12188952"/>
              <a:gd name="connsiteY48" fmla="*/ 2372317 h 2417938"/>
              <a:gd name="connsiteX49" fmla="*/ 5729189 w 12188952"/>
              <a:gd name="connsiteY49" fmla="*/ 2372317 h 2417938"/>
              <a:gd name="connsiteX50" fmla="*/ 5517088 w 12188952"/>
              <a:gd name="connsiteY50" fmla="*/ 1789014 h 2417938"/>
              <a:gd name="connsiteX51" fmla="*/ 4541426 w 12188952"/>
              <a:gd name="connsiteY51" fmla="*/ 1789014 h 2417938"/>
              <a:gd name="connsiteX52" fmla="*/ 4329325 w 12188952"/>
              <a:gd name="connsiteY52" fmla="*/ 2372317 h 2417938"/>
              <a:gd name="connsiteX53" fmla="*/ 3921440 w 12188952"/>
              <a:gd name="connsiteY53" fmla="*/ 2372317 h 2417938"/>
              <a:gd name="connsiteX54" fmla="*/ 4812262 w 12188952"/>
              <a:gd name="connsiteY54" fmla="*/ 45621 h 2417938"/>
              <a:gd name="connsiteX55" fmla="*/ 4655634 w 12188952"/>
              <a:gd name="connsiteY55" fmla="*/ 1476181 h 2417938"/>
              <a:gd name="connsiteX56" fmla="*/ 5402880 w 12188952"/>
              <a:gd name="connsiteY56" fmla="*/ 1476181 h 2417938"/>
              <a:gd name="connsiteX57" fmla="*/ 5037415 w 12188952"/>
              <a:gd name="connsiteY57" fmla="*/ 456215 h 2417938"/>
              <a:gd name="connsiteX58" fmla="*/ 5024362 w 12188952"/>
              <a:gd name="connsiteY58" fmla="*/ 456215 h 2417938"/>
              <a:gd name="connsiteX59" fmla="*/ 4655634 w 12188952"/>
              <a:gd name="connsiteY59" fmla="*/ 1476181 h 2417938"/>
              <a:gd name="connsiteX60" fmla="*/ 6746318 w 12188952"/>
              <a:gd name="connsiteY60" fmla="*/ 45621 h 2417938"/>
              <a:gd name="connsiteX61" fmla="*/ 6364538 w 12188952"/>
              <a:gd name="connsiteY61" fmla="*/ 45621 h 2417938"/>
              <a:gd name="connsiteX62" fmla="*/ 6364538 w 12188952"/>
              <a:gd name="connsiteY62" fmla="*/ 2372317 h 2417938"/>
              <a:gd name="connsiteX63" fmla="*/ 6746318 w 12188952"/>
              <a:gd name="connsiteY63" fmla="*/ 2372317 h 2417938"/>
              <a:gd name="connsiteX64" fmla="*/ 6746318 w 12188952"/>
              <a:gd name="connsiteY64" fmla="*/ 671287 h 2417938"/>
              <a:gd name="connsiteX65" fmla="*/ 6759371 w 12188952"/>
              <a:gd name="connsiteY65" fmla="*/ 671287 h 2417938"/>
              <a:gd name="connsiteX66" fmla="*/ 7924292 w 12188952"/>
              <a:gd name="connsiteY66" fmla="*/ 2372317 h 2417938"/>
              <a:gd name="connsiteX67" fmla="*/ 8296283 w 12188952"/>
              <a:gd name="connsiteY67" fmla="*/ 2372317 h 2417938"/>
              <a:gd name="connsiteX68" fmla="*/ 8296283 w 12188952"/>
              <a:gd name="connsiteY68" fmla="*/ 45621 h 2417938"/>
              <a:gd name="connsiteX69" fmla="*/ 7911240 w 12188952"/>
              <a:gd name="connsiteY69" fmla="*/ 45621 h 2417938"/>
              <a:gd name="connsiteX70" fmla="*/ 7911240 w 12188952"/>
              <a:gd name="connsiteY70" fmla="*/ 1723840 h 2417938"/>
              <a:gd name="connsiteX71" fmla="*/ 7898187 w 12188952"/>
              <a:gd name="connsiteY71" fmla="*/ 1723840 h 2417938"/>
              <a:gd name="connsiteX72" fmla="*/ 6746318 w 12188952"/>
              <a:gd name="connsiteY72" fmla="*/ 45621 h 2417938"/>
              <a:gd name="connsiteX73" fmla="*/ 10219624 w 12188952"/>
              <a:gd name="connsiteY73" fmla="*/ 45621 h 2417938"/>
              <a:gd name="connsiteX74" fmla="*/ 10702560 w 12188952"/>
              <a:gd name="connsiteY74" fmla="*/ 45621 h 2417938"/>
              <a:gd name="connsiteX75" fmla="*/ 9677952 w 12188952"/>
              <a:gd name="connsiteY75" fmla="*/ 1042777 h 2417938"/>
              <a:gd name="connsiteX76" fmla="*/ 10855925 w 12188952"/>
              <a:gd name="connsiteY76" fmla="*/ 2372317 h 2417938"/>
              <a:gd name="connsiteX77" fmla="*/ 10340358 w 12188952"/>
              <a:gd name="connsiteY77" fmla="*/ 2372317 h 2417938"/>
              <a:gd name="connsiteX78" fmla="*/ 9420168 w 12188952"/>
              <a:gd name="connsiteY78" fmla="*/ 1293695 h 2417938"/>
              <a:gd name="connsiteX79" fmla="*/ 9136280 w 12188952"/>
              <a:gd name="connsiteY79" fmla="*/ 1570682 h 2417938"/>
              <a:gd name="connsiteX80" fmla="*/ 9136280 w 12188952"/>
              <a:gd name="connsiteY80" fmla="*/ 2372317 h 2417938"/>
              <a:gd name="connsiteX81" fmla="*/ 8754499 w 12188952"/>
              <a:gd name="connsiteY81" fmla="*/ 2372317 h 2417938"/>
              <a:gd name="connsiteX82" fmla="*/ 8754499 w 12188952"/>
              <a:gd name="connsiteY82" fmla="*/ 45621 h 2417938"/>
              <a:gd name="connsiteX83" fmla="*/ 9136280 w 12188952"/>
              <a:gd name="connsiteY83" fmla="*/ 45621 h 2417938"/>
              <a:gd name="connsiteX84" fmla="*/ 9136280 w 12188952"/>
              <a:gd name="connsiteY84" fmla="*/ 1143796 h 2417938"/>
              <a:gd name="connsiteX85" fmla="*/ 10219624 w 12188952"/>
              <a:gd name="connsiteY85" fmla="*/ 45621 h 24179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</a:cxnLst>
            <a:rect l="l" t="t" r="r" b="b"/>
            <a:pathLst>
              <a:path w="12188952" h="2417938">
                <a:moveTo>
                  <a:pt x="0" y="371489"/>
                </a:moveTo>
                <a:lnTo>
                  <a:pt x="0" y="45621"/>
                </a:lnTo>
                <a:lnTo>
                  <a:pt x="1469023" y="45621"/>
                </a:lnTo>
                <a:lnTo>
                  <a:pt x="1469023" y="371489"/>
                </a:lnTo>
                <a:lnTo>
                  <a:pt x="705461" y="371489"/>
                </a:lnTo>
                <a:lnTo>
                  <a:pt x="705461" y="2372317"/>
                </a:lnTo>
                <a:lnTo>
                  <a:pt x="323680" y="2372317"/>
                </a:lnTo>
                <a:lnTo>
                  <a:pt x="323680" y="371489"/>
                </a:lnTo>
                <a:lnTo>
                  <a:pt x="0" y="371489"/>
                </a:lnTo>
                <a:close/>
                <a:moveTo>
                  <a:pt x="12188952" y="376820"/>
                </a:moveTo>
                <a:cubicBezTo>
                  <a:pt x="12109939" y="344221"/>
                  <a:pt x="12008352" y="329126"/>
                  <a:pt x="11886628" y="329126"/>
                </a:cubicBezTo>
                <a:cubicBezTo>
                  <a:pt x="11739789" y="329126"/>
                  <a:pt x="11628844" y="348678"/>
                  <a:pt x="11550530" y="391041"/>
                </a:cubicBezTo>
                <a:cubicBezTo>
                  <a:pt x="11452638" y="439921"/>
                  <a:pt x="11406954" y="521388"/>
                  <a:pt x="11406954" y="632183"/>
                </a:cubicBezTo>
                <a:cubicBezTo>
                  <a:pt x="11406954" y="729944"/>
                  <a:pt x="11459164" y="811410"/>
                  <a:pt x="11570109" y="870067"/>
                </a:cubicBezTo>
                <a:cubicBezTo>
                  <a:pt x="11619055" y="896136"/>
                  <a:pt x="11752841" y="945016"/>
                  <a:pt x="11968205" y="1013448"/>
                </a:cubicBezTo>
                <a:cubicBezTo>
                  <a:pt x="12049249" y="1038483"/>
                  <a:pt x="12122827" y="1062236"/>
                  <a:pt x="12188952" y="1084597"/>
                </a:cubicBezTo>
                <a:lnTo>
                  <a:pt x="12188952" y="1436176"/>
                </a:lnTo>
                <a:cubicBezTo>
                  <a:pt x="12111247" y="1408382"/>
                  <a:pt x="11991161" y="1369304"/>
                  <a:pt x="11827892" y="1319764"/>
                </a:cubicBezTo>
                <a:cubicBezTo>
                  <a:pt x="11540741" y="1228521"/>
                  <a:pt x="11361272" y="1163348"/>
                  <a:pt x="11292746" y="1124243"/>
                </a:cubicBezTo>
                <a:cubicBezTo>
                  <a:pt x="11113277" y="1016707"/>
                  <a:pt x="11025174" y="860291"/>
                  <a:pt x="11025174" y="654994"/>
                </a:cubicBezTo>
                <a:cubicBezTo>
                  <a:pt x="11025174" y="449697"/>
                  <a:pt x="11110014" y="286764"/>
                  <a:pt x="11286220" y="169451"/>
                </a:cubicBezTo>
                <a:cubicBezTo>
                  <a:pt x="11449362" y="55398"/>
                  <a:pt x="11654949" y="0"/>
                  <a:pt x="11906207" y="0"/>
                </a:cubicBezTo>
                <a:cubicBezTo>
                  <a:pt x="12008720" y="0"/>
                  <a:pt x="12103032" y="7751"/>
                  <a:pt x="12188952" y="23422"/>
                </a:cubicBezTo>
                <a:lnTo>
                  <a:pt x="12188952" y="376820"/>
                </a:lnTo>
                <a:close/>
                <a:moveTo>
                  <a:pt x="12188952" y="2057544"/>
                </a:moveTo>
                <a:lnTo>
                  <a:pt x="12188952" y="2402228"/>
                </a:lnTo>
                <a:cubicBezTo>
                  <a:pt x="12113380" y="2412651"/>
                  <a:pt x="12032159" y="2417938"/>
                  <a:pt x="11945363" y="2417938"/>
                </a:cubicBezTo>
                <a:cubicBezTo>
                  <a:pt x="11658212" y="2417938"/>
                  <a:pt x="11433059" y="2362541"/>
                  <a:pt x="11273168" y="2251746"/>
                </a:cubicBezTo>
                <a:cubicBezTo>
                  <a:pt x="11077383" y="2114881"/>
                  <a:pt x="10969689" y="1899808"/>
                  <a:pt x="10953386" y="1603269"/>
                </a:cubicBezTo>
                <a:lnTo>
                  <a:pt x="11331904" y="1603269"/>
                </a:lnTo>
                <a:cubicBezTo>
                  <a:pt x="11358008" y="1779238"/>
                  <a:pt x="11420007" y="1906326"/>
                  <a:pt x="11521163" y="1981275"/>
                </a:cubicBezTo>
                <a:cubicBezTo>
                  <a:pt x="11612529" y="2046449"/>
                  <a:pt x="11752841" y="2082294"/>
                  <a:pt x="11945363" y="2082294"/>
                </a:cubicBezTo>
                <a:cubicBezTo>
                  <a:pt x="12036260" y="2082294"/>
                  <a:pt x="12117787" y="2073875"/>
                  <a:pt x="12188952" y="2057544"/>
                </a:cubicBezTo>
                <a:close/>
                <a:moveTo>
                  <a:pt x="2128928" y="45621"/>
                </a:moveTo>
                <a:lnTo>
                  <a:pt x="1747147" y="45621"/>
                </a:lnTo>
                <a:lnTo>
                  <a:pt x="1747147" y="2372317"/>
                </a:lnTo>
                <a:lnTo>
                  <a:pt x="2128928" y="2372317"/>
                </a:lnTo>
                <a:lnTo>
                  <a:pt x="2128928" y="1342575"/>
                </a:lnTo>
                <a:lnTo>
                  <a:pt x="3310164" y="1342575"/>
                </a:lnTo>
                <a:lnTo>
                  <a:pt x="3310164" y="2372317"/>
                </a:lnTo>
                <a:lnTo>
                  <a:pt x="3691945" y="2372317"/>
                </a:lnTo>
                <a:lnTo>
                  <a:pt x="3691945" y="45621"/>
                </a:lnTo>
                <a:lnTo>
                  <a:pt x="3310164" y="45621"/>
                </a:lnTo>
                <a:lnTo>
                  <a:pt x="3310164" y="1016707"/>
                </a:lnTo>
                <a:lnTo>
                  <a:pt x="2128928" y="1016707"/>
                </a:lnTo>
                <a:lnTo>
                  <a:pt x="2128928" y="45621"/>
                </a:lnTo>
                <a:close/>
                <a:moveTo>
                  <a:pt x="4812262" y="45621"/>
                </a:moveTo>
                <a:lnTo>
                  <a:pt x="5246252" y="45621"/>
                </a:lnTo>
                <a:lnTo>
                  <a:pt x="6137074" y="2372317"/>
                </a:lnTo>
                <a:lnTo>
                  <a:pt x="5729189" y="2372317"/>
                </a:lnTo>
                <a:lnTo>
                  <a:pt x="5517088" y="1789014"/>
                </a:lnTo>
                <a:lnTo>
                  <a:pt x="4541426" y="1789014"/>
                </a:lnTo>
                <a:lnTo>
                  <a:pt x="4329325" y="2372317"/>
                </a:lnTo>
                <a:lnTo>
                  <a:pt x="3921440" y="2372317"/>
                </a:lnTo>
                <a:lnTo>
                  <a:pt x="4812262" y="45621"/>
                </a:lnTo>
                <a:close/>
                <a:moveTo>
                  <a:pt x="4655634" y="1476181"/>
                </a:moveTo>
                <a:lnTo>
                  <a:pt x="5402880" y="1476181"/>
                </a:lnTo>
                <a:lnTo>
                  <a:pt x="5037415" y="456215"/>
                </a:lnTo>
                <a:lnTo>
                  <a:pt x="5024362" y="456215"/>
                </a:lnTo>
                <a:lnTo>
                  <a:pt x="4655634" y="1476181"/>
                </a:lnTo>
                <a:close/>
                <a:moveTo>
                  <a:pt x="6746318" y="45621"/>
                </a:moveTo>
                <a:lnTo>
                  <a:pt x="6364538" y="45621"/>
                </a:lnTo>
                <a:lnTo>
                  <a:pt x="6364538" y="2372317"/>
                </a:lnTo>
                <a:lnTo>
                  <a:pt x="6746318" y="2372317"/>
                </a:lnTo>
                <a:lnTo>
                  <a:pt x="6746318" y="671287"/>
                </a:lnTo>
                <a:lnTo>
                  <a:pt x="6759371" y="671287"/>
                </a:lnTo>
                <a:lnTo>
                  <a:pt x="7924292" y="2372317"/>
                </a:lnTo>
                <a:lnTo>
                  <a:pt x="8296283" y="2372317"/>
                </a:lnTo>
                <a:lnTo>
                  <a:pt x="8296283" y="45621"/>
                </a:lnTo>
                <a:lnTo>
                  <a:pt x="7911240" y="45621"/>
                </a:lnTo>
                <a:lnTo>
                  <a:pt x="7911240" y="1723840"/>
                </a:lnTo>
                <a:lnTo>
                  <a:pt x="7898187" y="1723840"/>
                </a:lnTo>
                <a:lnTo>
                  <a:pt x="6746318" y="45621"/>
                </a:lnTo>
                <a:close/>
                <a:moveTo>
                  <a:pt x="10219624" y="45621"/>
                </a:moveTo>
                <a:lnTo>
                  <a:pt x="10702560" y="45621"/>
                </a:lnTo>
                <a:lnTo>
                  <a:pt x="9677952" y="1042777"/>
                </a:lnTo>
                <a:lnTo>
                  <a:pt x="10855925" y="2372317"/>
                </a:lnTo>
                <a:lnTo>
                  <a:pt x="10340358" y="2372317"/>
                </a:lnTo>
                <a:lnTo>
                  <a:pt x="9420168" y="1293695"/>
                </a:lnTo>
                <a:lnTo>
                  <a:pt x="9136280" y="1570682"/>
                </a:lnTo>
                <a:lnTo>
                  <a:pt x="9136280" y="2372317"/>
                </a:lnTo>
                <a:lnTo>
                  <a:pt x="8754499" y="2372317"/>
                </a:lnTo>
                <a:lnTo>
                  <a:pt x="8754499" y="45621"/>
                </a:lnTo>
                <a:lnTo>
                  <a:pt x="9136280" y="45621"/>
                </a:lnTo>
                <a:lnTo>
                  <a:pt x="9136280" y="1143796"/>
                </a:lnTo>
                <a:lnTo>
                  <a:pt x="10219624" y="45621"/>
                </a:lnTo>
                <a:close/>
              </a:path>
            </a:pathLst>
          </a:custGeom>
          <a:solidFill>
            <a:schemeClr val="accent4">
              <a:alpha val="12000"/>
            </a:schemeClr>
          </a:solidFill>
          <a:ln w="12690" cap="flat">
            <a:noFill/>
            <a:prstDash val="solid"/>
            <a:miter/>
          </a:ln>
        </p:spPr>
        <p:txBody>
          <a:bodyPr rtlCol="0" anchor="ctr"/>
          <a:lstStyle/>
          <a:p>
            <a:pPr lvl="0"/>
            <a:endParaRPr lang="zh-CN" altLang="en-US"/>
          </a:p>
        </p:txBody>
      </p:sp>
    </p:spTree>
  </p:cSld>
  <p:clrMapOvr>
    <a:masterClrMapping/>
  </p:clrMapOvr>
  <p:transition/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仅标题">
    <p:spTree>
      <p:nvGrpSpPr>
        <p:cNvPr id="148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标题 1"/>
          <p:cNvSpPr>
            <a:spLocks noGrp="1"/>
          </p:cNvSpPr>
          <p:nvPr>
            <p:ph type="title"/>
          </p:nvPr>
        </p:nvSpPr>
        <p:spPr>
          <a:xfrm>
            <a:off x="696000" y="360000"/>
            <a:ext cx="10800000" cy="720000"/>
          </a:xfrm>
        </p:spPr>
        <p:txBody>
          <a:bodyPr wrap="square" lIns="0" tIns="0" rIns="0" bIns="0" anchor="b">
            <a:normAutofit/>
          </a:bodyPr>
          <a:lstStyle>
            <a:lvl1pPr algn="l">
              <a:defRPr sz="3600">
                <a:latin typeface="+mj-ea"/>
                <a:ea typeface="+mj-ea"/>
                <a:cs typeface="+mj-ea"/>
                <a:sym typeface="+mj-ea"/>
              </a:defRPr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150" name="日期占位符 2"/>
          <p:cNvSpPr>
            <a:spLocks noGrp="1"/>
          </p:cNvSpPr>
          <p:nvPr>
            <p:ph type="dt" sz="half" idx="10"/>
          </p:nvPr>
        </p:nvSpPr>
        <p:spPr/>
        <p:txBody>
          <a:bodyPr wrap="square">
            <a:normAutofit/>
          </a:bodyPr>
          <a:lstStyle>
            <a:lvl1pPr>
              <a:defRPr>
                <a:latin typeface="+mn-ea"/>
                <a:ea typeface="+mn-ea"/>
                <a:cs typeface="+mn-ea"/>
                <a:sym typeface="+mn-ea"/>
              </a:defRPr>
            </a:lvl1pPr>
          </a:lstStyle>
          <a:p>
            <a:fld id="{5592522B-0F24-4480-B9DD-A9474A6880D6}" type="datetimeFigureOut">
              <a:rPr lang="zh-CN" altLang="en-US" smtClean="0"/>
            </a:fld>
            <a:endParaRPr lang="zh-CN" altLang="en-US"/>
          </a:p>
        </p:txBody>
      </p:sp>
      <p:sp>
        <p:nvSpPr>
          <p:cNvPr id="151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152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 wrap="square">
            <a:normAutofit/>
          </a:bodyPr>
          <a:lstStyle>
            <a:lvl1pPr>
              <a:defRPr>
                <a:latin typeface="+mn-ea"/>
                <a:ea typeface="+mn-ea"/>
                <a:cs typeface="+mn-ea"/>
                <a:sym typeface="+mn-ea"/>
              </a:defRPr>
            </a:lvl1pPr>
          </a:lstStyle>
          <a:p>
            <a:fld id="{BE5F26B5-172A-4DC2-B0B7-181CFC56B87C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transition/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Custom layout - 1">
    <p:spTree>
      <p:nvGrpSpPr>
        <p:cNvPr id="153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4" name="Picture 2"/>
          <p:cNvPicPr>
            <a:picLocks noChangeAspect="1"/>
          </p:cNvPicPr>
          <p:nvPr/>
        </p:nvPicPr>
        <p:blipFill>
          <a:blip r:embed="rId2"/>
          <a:srcRect t="5741"/>
          <a:stretch>
            <a:fillRect/>
          </a:stretch>
        </p:blipFill>
        <p:spPr>
          <a:xfrm>
            <a:off x="-6639" y="0"/>
            <a:ext cx="12205279" cy="6505811"/>
          </a:xfrm>
          <a:prstGeom prst="roundRect">
            <a:avLst>
              <a:gd name="adj" fmla="val 0"/>
            </a:avLst>
          </a:prstGeom>
          <a:ln w="12700">
            <a:noFill/>
            <a:prstDash val="solid"/>
          </a:ln>
        </p:spPr>
      </p:pic>
      <p:sp>
        <p:nvSpPr>
          <p:cNvPr id="155" name="AutoShape 3"/>
          <p:cNvSpPr/>
          <p:nvPr/>
        </p:nvSpPr>
        <p:spPr>
          <a:xfrm>
            <a:off x="0" y="6326859"/>
            <a:ext cx="8812221" cy="531141"/>
          </a:xfrm>
          <a:prstGeom prst="roundRect">
            <a:avLst>
              <a:gd name="adj" fmla="val 0"/>
            </a:avLst>
          </a:prstGeom>
          <a:solidFill>
            <a:srgbClr val="ED1C29">
              <a:alpha val="100000"/>
            </a:srgbClr>
          </a:solidFill>
          <a:ln w="25400">
            <a:noFill/>
            <a:prstDash val="solid"/>
          </a:ln>
        </p:spPr>
        <p:txBody>
          <a:bodyPr lIns="63500" tIns="63500" rIns="63500" bIns="635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/>
            </a:pPr>
            <a:endParaRPr sz="1400" kern="0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156" name="AutoShape 4"/>
          <p:cNvSpPr/>
          <p:nvPr/>
        </p:nvSpPr>
        <p:spPr>
          <a:xfrm>
            <a:off x="665034" y="6459080"/>
            <a:ext cx="4749800" cy="266700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0" tIns="6350" rIns="0" bIns="0" rtlCol="0" anchor="t">
            <a:spAutoFit/>
          </a:bodyPr>
          <a:lstStyle/>
          <a:p>
            <a:pPr marL="1270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700" b="0" i="0" u="none" strike="noStrike" kern="0">
                <a:solidFill>
                  <a:srgbClr val="FFFFFF"/>
                </a:solidFill>
                <a:latin typeface="Inter 18pt SemiBold"/>
                <a:ea typeface="Inter 18pt SemiBold"/>
                <a:cs typeface="Inter 18pt SemiBold"/>
                <a:sym typeface="Inter 18pt SemiBold"/>
              </a:rPr>
              <a:t>Your Neighbourhood Auto Care Expert</a:t>
            </a:r>
            <a:endParaRPr lang="en-US" sz="1700" b="0" i="0" u="none" strike="noStrike" kern="0">
              <a:solidFill>
                <a:srgbClr val="FFFFFF"/>
              </a:solidFill>
              <a:latin typeface="Inter 18pt SemiBold"/>
              <a:ea typeface="Inter 18pt SemiBold"/>
              <a:cs typeface="Inter 18pt SemiBold"/>
              <a:sym typeface="Inter 18pt SemiBold"/>
            </a:endParaRPr>
          </a:p>
        </p:txBody>
      </p:sp>
      <p:pic>
        <p:nvPicPr>
          <p:cNvPr id="157" name="Picture 5"/>
          <p:cNvPicPr>
            <a:picLocks noChangeAspect="1"/>
          </p:cNvPicPr>
          <p:nvPr/>
        </p:nvPicPr>
        <p:blipFill>
          <a:blip r:embed="rId3"/>
          <a:srcRect t="34862" b="34862"/>
          <a:stretch>
            <a:fillRect/>
          </a:stretch>
        </p:blipFill>
        <p:spPr>
          <a:xfrm>
            <a:off x="665034" y="651515"/>
            <a:ext cx="3830070" cy="1159551"/>
          </a:xfrm>
          <a:prstGeom prst="roundRect">
            <a:avLst>
              <a:gd name="adj" fmla="val 0"/>
            </a:avLst>
          </a:prstGeom>
          <a:ln>
            <a:noFill/>
            <a:prstDash val="solid"/>
          </a:ln>
        </p:spPr>
      </p:pic>
      <p:sp>
        <p:nvSpPr>
          <p:cNvPr id="158" name="AutoShape 6"/>
          <p:cNvSpPr/>
          <p:nvPr/>
        </p:nvSpPr>
        <p:spPr>
          <a:xfrm>
            <a:off x="8249792" y="6326859"/>
            <a:ext cx="2762864" cy="531141"/>
          </a:xfrm>
          <a:prstGeom prst="parallelogram">
            <a:avLst/>
          </a:prstGeom>
          <a:solidFill>
            <a:srgbClr val="005AA9">
              <a:alpha val="100000"/>
            </a:srgbClr>
          </a:solidFill>
          <a:ln w="25400">
            <a:noFill/>
            <a:prstDash val="solid"/>
          </a:ln>
        </p:spPr>
        <p:txBody>
          <a:bodyPr lIns="63500" tIns="63500" rIns="63500" bIns="635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/>
            </a:pPr>
            <a:endParaRPr sz="1400" kern="0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159" name="AutoShape 7"/>
          <p:cNvSpPr/>
          <p:nvPr/>
        </p:nvSpPr>
        <p:spPr>
          <a:xfrm>
            <a:off x="8588375" y="6326859"/>
            <a:ext cx="3603625" cy="531141"/>
          </a:xfrm>
          <a:prstGeom prst="roundRect">
            <a:avLst>
              <a:gd name="adj" fmla="val 0"/>
            </a:avLst>
          </a:prstGeom>
          <a:solidFill>
            <a:srgbClr val="005AA9">
              <a:alpha val="100000"/>
            </a:srgbClr>
          </a:solidFill>
          <a:ln w="25400">
            <a:noFill/>
            <a:prstDash val="solid"/>
          </a:ln>
        </p:spPr>
        <p:txBody>
          <a:bodyPr lIns="63500" tIns="63500" rIns="63500" bIns="635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/>
            </a:pPr>
            <a:endParaRPr sz="1400" kern="0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160" name="AutoShape 8"/>
          <p:cNvSpPr/>
          <p:nvPr/>
        </p:nvSpPr>
        <p:spPr>
          <a:xfrm>
            <a:off x="8936037" y="6459080"/>
            <a:ext cx="2908300" cy="266700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0" tIns="6350" rIns="0" bIns="0" rtlCol="0" anchor="t">
            <a:spAutoFit/>
          </a:bodyPr>
          <a:lstStyle/>
          <a:p>
            <a:pPr marL="1270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700" b="0" i="0" u="none" strike="noStrike" kern="0">
                <a:solidFill>
                  <a:srgbClr val="FFFFFF"/>
                </a:solidFill>
                <a:latin typeface="Inter 18pt SemiBold"/>
                <a:ea typeface="Inter 18pt SemiBold"/>
                <a:cs typeface="Inter 18pt SemiBold"/>
                <a:sym typeface="Inter 18pt SemiBold"/>
                <a:hlinkClick r:id="rId4" tooltip="https://www.servauto.com.my/"/>
              </a:rPr>
              <a:t>www.servauto.com.my</a:t>
            </a:r>
            <a:endParaRPr lang="en-US" sz="1700" b="0" i="0" u="none" strike="noStrike" kern="0">
              <a:solidFill>
                <a:srgbClr val="FFFFFF"/>
              </a:solidFill>
              <a:latin typeface="Inter 18pt SemiBold"/>
              <a:ea typeface="Inter 18pt SemiBold"/>
              <a:cs typeface="Inter 18pt SemiBold"/>
              <a:sym typeface="Inter 18pt SemiBold"/>
              <a:hlinkClick r:id="rId4" tooltip="https://www.servauto.com.my/"/>
            </a:endParaRPr>
          </a:p>
        </p:txBody>
      </p:sp>
      <p:sp>
        <p:nvSpPr>
          <p:cNvPr id="161" name="AutoShape 9"/>
          <p:cNvSpPr/>
          <p:nvPr>
            <p:ph type="body" sz="quarter" idx="1"/>
          </p:nvPr>
        </p:nvSpPr>
        <p:spPr>
          <a:xfrm>
            <a:off x="665034" y="2203868"/>
            <a:ext cx="5092700" cy="1701800"/>
          </a:xfrm>
          <a:prstGeom prst="rect">
            <a:avLst/>
          </a:prstGeom>
          <a:noFill/>
          <a:ln w="12700">
            <a:noFill/>
            <a:prstDash val="solid"/>
          </a:ln>
          <a:effectLst/>
        </p:spPr>
        <p:txBody>
          <a:bodyPr wrap="square" lIns="0" tIns="0" rIns="0" bIns="0" anchor="t"/>
          <a:lstStyle>
            <a:lvl1pPr algn="l">
              <a:lnSpc>
                <a:spcPct val="108000"/>
              </a:lnSpc>
              <a:defRPr sz="5200" b="0" i="0" u="none" strike="noStrike" spc="0">
                <a:solidFill>
                  <a:srgbClr val="005AA9">
                    <a:alpha val="100000"/>
                  </a:srgbClr>
                </a:solidFill>
                <a:latin typeface="Inter 18pt ExtraBold"/>
              </a:defRPr>
            </a:lvl1pPr>
          </a:lstStyle>
          <a:p>
            <a:pPr algn="l"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Custom layout - 2">
    <p:spTree>
      <p:nvGrpSpPr>
        <p:cNvPr id="16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AutoShape 2"/>
          <p:cNvSpPr/>
          <p:nvPr/>
        </p:nvSpPr>
        <p:spPr>
          <a:xfrm>
            <a:off x="0" y="0"/>
            <a:ext cx="8812221" cy="752382"/>
          </a:xfrm>
          <a:prstGeom prst="roundRect">
            <a:avLst>
              <a:gd name="adj" fmla="val 0"/>
            </a:avLst>
          </a:prstGeom>
          <a:solidFill>
            <a:srgbClr val="ED1C29">
              <a:alpha val="100000"/>
            </a:srgbClr>
          </a:solidFill>
          <a:ln w="25400">
            <a:noFill/>
            <a:prstDash val="solid"/>
          </a:ln>
        </p:spPr>
        <p:txBody>
          <a:bodyPr lIns="63500" tIns="63500" rIns="63500" bIns="635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/>
            </a:pPr>
            <a:endParaRPr sz="1400" kern="0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164" name="AutoShape 3"/>
          <p:cNvSpPr/>
          <p:nvPr/>
        </p:nvSpPr>
        <p:spPr>
          <a:xfrm>
            <a:off x="8249792" y="0"/>
            <a:ext cx="2762864" cy="752382"/>
          </a:xfrm>
          <a:prstGeom prst="parallelogram">
            <a:avLst/>
          </a:prstGeom>
          <a:solidFill>
            <a:srgbClr val="005AA9">
              <a:alpha val="100000"/>
            </a:srgbClr>
          </a:solidFill>
          <a:ln w="25400">
            <a:noFill/>
            <a:prstDash val="solid"/>
          </a:ln>
        </p:spPr>
        <p:txBody>
          <a:bodyPr lIns="63500" tIns="63500" rIns="63500" bIns="635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/>
            </a:pPr>
            <a:endParaRPr sz="1400" kern="0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165" name="AutoShape 4"/>
          <p:cNvSpPr/>
          <p:nvPr/>
        </p:nvSpPr>
        <p:spPr>
          <a:xfrm>
            <a:off x="8588375" y="0"/>
            <a:ext cx="3603625" cy="752382"/>
          </a:xfrm>
          <a:prstGeom prst="roundRect">
            <a:avLst>
              <a:gd name="adj" fmla="val 0"/>
            </a:avLst>
          </a:prstGeom>
          <a:solidFill>
            <a:srgbClr val="005AA9">
              <a:alpha val="100000"/>
            </a:srgbClr>
          </a:solidFill>
          <a:ln w="25400">
            <a:noFill/>
            <a:prstDash val="solid"/>
          </a:ln>
        </p:spPr>
        <p:txBody>
          <a:bodyPr lIns="63500" tIns="63500" rIns="63500" bIns="635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/>
            </a:pPr>
            <a:endParaRPr sz="1400" kern="0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pic>
        <p:nvPicPr>
          <p:cNvPr id="166" name="Picture 5"/>
          <p:cNvPicPr>
            <a:picLocks noChangeAspect="1"/>
          </p:cNvPicPr>
          <p:nvPr/>
        </p:nvPicPr>
        <p:blipFill>
          <a:blip r:embed="rId2"/>
          <a:srcRect t="36978" b="45732"/>
          <a:stretch>
            <a:fillRect/>
          </a:stretch>
        </p:blipFill>
        <p:spPr>
          <a:xfrm>
            <a:off x="9364524" y="185691"/>
            <a:ext cx="2056810" cy="355600"/>
          </a:xfrm>
          <a:prstGeom prst="roundRect">
            <a:avLst>
              <a:gd name="adj" fmla="val 0"/>
            </a:avLst>
          </a:prstGeom>
          <a:ln>
            <a:noFill/>
            <a:prstDash val="solid"/>
          </a:ln>
        </p:spPr>
      </p:pic>
      <p:sp>
        <p:nvSpPr>
          <p:cNvPr id="167" name="AutoShape 6"/>
          <p:cNvSpPr/>
          <p:nvPr>
            <p:ph type="body" sz="quarter" idx="2"/>
          </p:nvPr>
        </p:nvSpPr>
        <p:spPr>
          <a:xfrm>
            <a:off x="665034" y="109491"/>
            <a:ext cx="6502400" cy="533400"/>
          </a:xfrm>
          <a:prstGeom prst="rect">
            <a:avLst/>
          </a:prstGeom>
          <a:noFill/>
          <a:ln w="12700">
            <a:noFill/>
            <a:prstDash val="solid"/>
          </a:ln>
          <a:effectLst/>
        </p:spPr>
        <p:txBody>
          <a:bodyPr wrap="square" lIns="0" tIns="0" rIns="0" bIns="0" anchor="t"/>
          <a:lstStyle>
            <a:lvl1pPr algn="l">
              <a:lnSpc>
                <a:spcPct val="125000"/>
              </a:lnSpc>
              <a:defRPr sz="2800" b="1" i="0" u="none" strike="noStrike" spc="0">
                <a:solidFill>
                  <a:srgbClr val="FFFFFF">
                    <a:alpha val="100000"/>
                  </a:srgbClr>
                </a:solidFill>
                <a:latin typeface="Inter 18pt SemiBold"/>
              </a:defRPr>
            </a:lvl1pPr>
          </a:lstStyle>
          <a:p>
            <a:pPr algn="l"/>
          </a:p>
        </p:txBody>
      </p:sp>
      <p:sp>
        <p:nvSpPr>
          <p:cNvPr id="168" name="AutoShape 7"/>
          <p:cNvSpPr/>
          <p:nvPr>
            <p:ph type="body" sz="quarter" idx="3"/>
          </p:nvPr>
        </p:nvSpPr>
        <p:spPr>
          <a:xfrm>
            <a:off x="665034" y="1044754"/>
            <a:ext cx="7520490" cy="850900"/>
          </a:xfrm>
          <a:prstGeom prst="rect">
            <a:avLst/>
          </a:prstGeom>
          <a:noFill/>
          <a:ln w="12700">
            <a:noFill/>
            <a:prstDash val="solid"/>
          </a:ln>
          <a:effectLst/>
        </p:spPr>
        <p:txBody>
          <a:bodyPr wrap="square" lIns="0" tIns="0" rIns="0" bIns="0" anchor="t"/>
          <a:lstStyle>
            <a:lvl1pPr algn="l">
              <a:lnSpc>
                <a:spcPct val="125000"/>
              </a:lnSpc>
              <a:defRPr sz="4500" b="1" i="0" u="none" strike="noStrike" spc="0">
                <a:solidFill>
                  <a:srgbClr val="005AA9">
                    <a:alpha val="100000"/>
                  </a:srgbClr>
                </a:solidFill>
                <a:latin typeface="Inter 18pt Medium"/>
              </a:defRPr>
            </a:lvl1pPr>
          </a:lstStyle>
          <a:p>
            <a:pPr algn="l"/>
          </a:p>
        </p:txBody>
      </p:sp>
      <p:sp>
        <p:nvSpPr>
          <p:cNvPr id="169" name="AutoShape 8"/>
          <p:cNvSpPr/>
          <p:nvPr>
            <p:ph type="body" sz="quarter" idx="4"/>
          </p:nvPr>
        </p:nvSpPr>
        <p:spPr>
          <a:xfrm>
            <a:off x="665034" y="2136019"/>
            <a:ext cx="6934200" cy="584200"/>
          </a:xfrm>
          <a:prstGeom prst="rect">
            <a:avLst/>
          </a:prstGeom>
          <a:noFill/>
          <a:ln w="12700">
            <a:noFill/>
            <a:prstDash val="solid"/>
          </a:ln>
          <a:effectLst/>
        </p:spPr>
        <p:txBody>
          <a:bodyPr wrap="square" lIns="0" tIns="0" rIns="0" bIns="0" anchor="t"/>
          <a:lstStyle>
            <a:lvl1pPr algn="l">
              <a:lnSpc>
                <a:spcPct val="125000"/>
              </a:lnSpc>
              <a:defRPr sz="3100" b="0" i="0" u="none" strike="noStrike" spc="0">
                <a:solidFill>
                  <a:srgbClr val="005AA9">
                    <a:alpha val="100000"/>
                  </a:srgbClr>
                </a:solidFill>
                <a:latin typeface="Inter 18pt Medium"/>
              </a:defRPr>
            </a:lvl1pPr>
          </a:lstStyle>
          <a:p>
            <a:pPr algn="l"/>
          </a:p>
        </p:txBody>
      </p:sp>
      <p:sp>
        <p:nvSpPr>
          <p:cNvPr id="170" name="AutoShape 9"/>
          <p:cNvSpPr/>
          <p:nvPr>
            <p:ph type="body" sz="quarter" idx="5"/>
          </p:nvPr>
        </p:nvSpPr>
        <p:spPr>
          <a:xfrm>
            <a:off x="665034" y="3012591"/>
            <a:ext cx="3603625" cy="317500"/>
          </a:xfrm>
          <a:prstGeom prst="rect">
            <a:avLst/>
          </a:prstGeom>
          <a:noFill/>
          <a:ln w="12700">
            <a:noFill/>
            <a:prstDash val="solid"/>
          </a:ln>
          <a:effectLst/>
        </p:spPr>
        <p:txBody>
          <a:bodyPr wrap="square" lIns="0" tIns="0" rIns="0" bIns="0" anchor="t"/>
          <a:lstStyle>
            <a:lvl1pPr algn="l">
              <a:lnSpc>
                <a:spcPct val="125000"/>
              </a:lnSpc>
              <a:defRPr sz="1700" b="0" i="0" u="none" strike="noStrike" spc="0">
                <a:solidFill>
                  <a:srgbClr val="1F2329">
                    <a:alpha val="100000"/>
                  </a:srgbClr>
                </a:solidFill>
                <a:latin typeface="Inter"/>
              </a:defRPr>
            </a:lvl1pPr>
          </a:lstStyle>
          <a:p>
            <a:pPr algn="l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theme" Target="../theme/theme2.xml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theme" Target="../theme/theme3.xml"/></Relationships>
</file>

<file path=ppt/slideMasters/_rels/slideMaster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slideLayout" Target="../slideLayouts/slideLayout25.xml"/><Relationship Id="rId3" Type="http://schemas.openxmlformats.org/officeDocument/2006/relationships/hyperlink" Target="https://www.servauto.com.my/" TargetMode="External"/><Relationship Id="rId4" Type="http://schemas.openxmlformats.org/officeDocument/2006/relationships/theme" Target="../theme/theme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smtClean="0"/>
              <a:t>单击此处编辑母版标题样式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335F522-6256-461E-A79F-4037A6D0C8F9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C1A564D-84E6-4D0E-9D2B-1519760DAFCC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hape 2"/>
          <p:cNvSpPr/>
          <p:nvPr userDrawn="1"/>
        </p:nvSpPr>
        <p:spPr>
          <a:xfrm>
            <a:off x="10641527" y="727732"/>
            <a:ext cx="736416" cy="177800"/>
          </a:xfrm>
          <a:prstGeom prst="rect">
            <a:avLst/>
          </a:prstGeom>
          <a:noFill/>
        </p:spPr>
        <p:txBody>
          <a:bodyPr/>
          <a:lstStyle/>
          <a:p>
            <a:endParaRPr lang="zh-CN" altLang="en-US"/>
          </a:p>
        </p:txBody>
      </p:sp>
      <p:sp>
        <p:nvSpPr>
          <p:cNvPr id="9" name="Shape 3"/>
          <p:cNvSpPr/>
          <p:nvPr userDrawn="1"/>
        </p:nvSpPr>
        <p:spPr>
          <a:xfrm>
            <a:off x="10641527" y="727732"/>
            <a:ext cx="177756" cy="177800"/>
          </a:xfrm>
          <a:prstGeom prst="ellipse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/>
          <a:lstStyle/>
          <a:p>
            <a:endParaRPr lang="zh-CN" altLang="en-US"/>
          </a:p>
        </p:txBody>
      </p:sp>
      <p:sp>
        <p:nvSpPr>
          <p:cNvPr id="10" name="Shape 4"/>
          <p:cNvSpPr/>
          <p:nvPr userDrawn="1"/>
        </p:nvSpPr>
        <p:spPr>
          <a:xfrm>
            <a:off x="10920858" y="727732"/>
            <a:ext cx="177756" cy="177800"/>
          </a:xfrm>
          <a:prstGeom prst="ellipse">
            <a:avLst/>
          </a:prstGeom>
          <a:solidFill>
            <a:schemeClr val="accent1"/>
          </a:solidFill>
        </p:spPr>
        <p:txBody>
          <a:bodyPr/>
          <a:lstStyle/>
          <a:p>
            <a:endParaRPr lang="zh-CN" altLang="en-US"/>
          </a:p>
        </p:txBody>
      </p:sp>
      <p:sp>
        <p:nvSpPr>
          <p:cNvPr id="11" name="Shape 5"/>
          <p:cNvSpPr/>
          <p:nvPr userDrawn="1"/>
        </p:nvSpPr>
        <p:spPr>
          <a:xfrm>
            <a:off x="11200188" y="727732"/>
            <a:ext cx="177756" cy="177800"/>
          </a:xfrm>
          <a:prstGeom prst="ellipse">
            <a:avLst/>
          </a:prstGeom>
          <a:solidFill>
            <a:schemeClr val="accent4"/>
          </a:solidFill>
        </p:spPr>
        <p:txBody>
          <a:bodyPr/>
          <a:lstStyle/>
          <a:p>
            <a:endParaRPr lang="zh-CN" altLang="en-US"/>
          </a:p>
        </p:txBody>
      </p:sp>
      <p:sp>
        <p:nvSpPr>
          <p:cNvPr id="12" name="标题占位符 1"/>
          <p:cNvSpPr>
            <a:spLocks noGrp="1"/>
          </p:cNvSpPr>
          <p:nvPr>
            <p:ph type="title"/>
          </p:nvPr>
        </p:nvSpPr>
        <p:spPr>
          <a:xfrm>
            <a:off x="695960" y="360000"/>
            <a:ext cx="10800000" cy="720000"/>
          </a:xfrm>
          <a:prstGeom prst="rect">
            <a:avLst/>
          </a:prstGeom>
        </p:spPr>
        <p:txBody>
          <a:bodyPr vert="horz" wrap="square" lIns="0" tIns="0" rIns="0" bIns="0" rtlCol="0" anchor="b">
            <a:normAutofit/>
          </a:bodyPr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13" name="文本占位符 2"/>
          <p:cNvSpPr>
            <a:spLocks noGrp="1"/>
          </p:cNvSpPr>
          <p:nvPr>
            <p:ph type="body" idx="1"/>
          </p:nvPr>
        </p:nvSpPr>
        <p:spPr>
          <a:xfrm>
            <a:off x="695960" y="1301749"/>
            <a:ext cx="10800000" cy="4873625"/>
          </a:xfrm>
          <a:prstGeom prst="rect">
            <a:avLst/>
          </a:prstGeom>
        </p:spPr>
        <p:txBody>
          <a:bodyPr vert="horz" wrap="square" lIns="0" tIns="0" rIns="0" bIns="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>
                <a:sym typeface="+mn-ea"/>
              </a:rPr>
              <a:t>第</a:t>
            </a:r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>
                <a:sym typeface="+mn-ea"/>
              </a:rPr>
              <a:t>第</a:t>
            </a:r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>
                <a:sym typeface="+mn-ea"/>
              </a:rPr>
              <a:t>第</a:t>
            </a:r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14" name="日期占位符 3"/>
          <p:cNvSpPr>
            <a:spLocks noGrp="1"/>
          </p:cNvSpPr>
          <p:nvPr>
            <p:ph type="dt" sz="half" idx="2"/>
          </p:nvPr>
        </p:nvSpPr>
        <p:spPr>
          <a:xfrm>
            <a:off x="695960" y="6356350"/>
            <a:ext cx="2743200" cy="365125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rmAutofit/>
          </a:bodyPr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592522B-0F24-4480-B9DD-A9474A6880D6}" type="datetimeFigureOut">
              <a:rPr lang="zh-CN" altLang="en-US" smtClean="0"/>
            </a:fld>
            <a:endParaRPr lang="zh-CN" altLang="en-US"/>
          </a:p>
        </p:txBody>
      </p:sp>
      <p:sp>
        <p:nvSpPr>
          <p:cNvPr id="1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1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753983" y="6356350"/>
            <a:ext cx="2743200" cy="365125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rmAutofit/>
          </a:bodyPr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E5F26B5-172A-4DC2-B0B7-181CFC56B87C}" type="slidenum">
              <a:rPr lang="zh-CN" altLang="en-US" smtClean="0"/>
            </a:fld>
            <a:endParaRPr lang="zh-CN" altLang="en-US"/>
          </a:p>
        </p:txBody>
      </p:sp>
      <p:sp>
        <p:nvSpPr>
          <p:cNvPr id="17" name="KSO_TEMPLATE" hidden="1"/>
          <p:cNvSpPr/>
          <p:nvPr userDrawn="1"/>
        </p:nvSpPr>
        <p:spPr>
          <a:xfrm flipH="1">
            <a:off x="0" y="0"/>
            <a:ext cx="0" cy="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ransition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3200" b="1" kern="1200">
          <a:solidFill>
            <a:schemeClr val="accent4"/>
          </a:solidFill>
          <a:latin typeface="+mn-ea"/>
          <a:ea typeface="+mn-ea"/>
          <a:cs typeface="+mn-ea"/>
          <a:sym typeface="+mn-ea"/>
        </a:defRPr>
      </a:lvl1pPr>
    </p:titleStyle>
    <p:bodyStyle>
      <a:lvl1pPr marL="228600" indent="-228600" algn="l" defTabSz="914400" rtl="0" eaLnBrk="1" latinLnBrk="0" hangingPunct="1">
        <a:lnSpc>
          <a:spcPct val="13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accent4"/>
          </a:solidFill>
          <a:latin typeface="+mn-ea"/>
          <a:ea typeface="+mn-ea"/>
          <a:cs typeface="+mn-ea"/>
          <a:sym typeface="+mn-ea"/>
        </a:defRPr>
      </a:lvl1pPr>
      <a:lvl2pPr marL="538480" indent="-206375" algn="l" defTabSz="914400" rtl="0" eaLnBrk="1" latinLnBrk="0" hangingPunct="1">
        <a:lnSpc>
          <a:spcPct val="130000"/>
        </a:lnSpc>
        <a:spcBef>
          <a:spcPct val="0"/>
        </a:spcBef>
        <a:buFont typeface="Arial" panose="020B0604020202020204" pitchFamily="34" charset="0"/>
        <a:buChar char="•"/>
        <a:defRPr sz="1800" kern="1200">
          <a:solidFill>
            <a:schemeClr val="accent4"/>
          </a:solidFill>
          <a:latin typeface="+mn-ea"/>
          <a:ea typeface="+mn-ea"/>
          <a:cs typeface="+mn-ea"/>
          <a:sym typeface="+mn-ea"/>
        </a:defRPr>
      </a:lvl2pPr>
      <a:lvl3pPr marL="798830" indent="-161925" algn="l" defTabSz="914400" rtl="0" eaLnBrk="1" latinLnBrk="0" hangingPunct="1">
        <a:lnSpc>
          <a:spcPct val="130000"/>
        </a:lnSpc>
        <a:spcBef>
          <a:spcPct val="0"/>
        </a:spcBef>
        <a:buFont typeface="Arial" panose="020B0604020202020204" pitchFamily="34" charset="0"/>
        <a:buChar char="•"/>
        <a:defRPr sz="1600" kern="1200">
          <a:solidFill>
            <a:schemeClr val="accent4"/>
          </a:solidFill>
          <a:latin typeface="+mn-ea"/>
          <a:ea typeface="+mn-ea"/>
          <a:cs typeface="+mn-ea"/>
          <a:sym typeface="+mn-ea"/>
        </a:defRPr>
      </a:lvl3pPr>
      <a:lvl4pPr marL="1030605" indent="-149225" algn="l" defTabSz="914400" rtl="0" eaLnBrk="1" latinLnBrk="0" hangingPunct="1">
        <a:lnSpc>
          <a:spcPct val="130000"/>
        </a:lnSpc>
        <a:spcBef>
          <a:spcPct val="0"/>
        </a:spcBef>
        <a:buFont typeface="Arial" panose="020B0604020202020204" pitchFamily="34" charset="0"/>
        <a:buChar char="•"/>
        <a:defRPr sz="1400" kern="1200">
          <a:solidFill>
            <a:schemeClr val="accent4"/>
          </a:solidFill>
          <a:latin typeface="+mn-ea"/>
          <a:ea typeface="+mn-ea"/>
          <a:cs typeface="+mn-ea"/>
          <a:sym typeface="+mn-ea"/>
        </a:defRPr>
      </a:lvl4pPr>
      <a:lvl5pPr marL="1235075" indent="-127000" algn="l" defTabSz="914400" rtl="0" eaLnBrk="1" latinLnBrk="0" hangingPunct="1">
        <a:lnSpc>
          <a:spcPct val="130000"/>
        </a:lnSpc>
        <a:spcBef>
          <a:spcPct val="0"/>
        </a:spcBef>
        <a:buFont typeface="Arial" panose="020B0604020202020204" pitchFamily="34" charset="0"/>
        <a:buChar char="•"/>
        <a:defRPr sz="1200" kern="1200">
          <a:solidFill>
            <a:schemeClr val="accent4"/>
          </a:solidFill>
          <a:latin typeface="+mn-ea"/>
          <a:ea typeface="+mn-ea"/>
          <a:cs typeface="+mn-ea"/>
          <a:sym typeface="+mn-ea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8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Shape 2"/>
          <p:cNvSpPr/>
          <p:nvPr userDrawn="1"/>
        </p:nvSpPr>
        <p:spPr>
          <a:xfrm>
            <a:off x="10641527" y="727732"/>
            <a:ext cx="736416" cy="177800"/>
          </a:xfrm>
          <a:prstGeom prst="rect">
            <a:avLst/>
          </a:prstGeom>
          <a:noFill/>
        </p:spPr>
        <p:txBody>
          <a:bodyPr/>
          <a:lstStyle/>
          <a:p>
            <a:endParaRPr lang="zh-CN" altLang="en-US"/>
          </a:p>
        </p:txBody>
      </p:sp>
      <p:sp>
        <p:nvSpPr>
          <p:cNvPr id="20" name="Shape 3"/>
          <p:cNvSpPr/>
          <p:nvPr userDrawn="1"/>
        </p:nvSpPr>
        <p:spPr>
          <a:xfrm>
            <a:off x="10641527" y="727732"/>
            <a:ext cx="177756" cy="177800"/>
          </a:xfrm>
          <a:prstGeom prst="ellipse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/>
          <a:lstStyle/>
          <a:p>
            <a:endParaRPr lang="zh-CN" altLang="en-US"/>
          </a:p>
        </p:txBody>
      </p:sp>
      <p:sp>
        <p:nvSpPr>
          <p:cNvPr id="21" name="Shape 4"/>
          <p:cNvSpPr/>
          <p:nvPr userDrawn="1"/>
        </p:nvSpPr>
        <p:spPr>
          <a:xfrm>
            <a:off x="10920858" y="727732"/>
            <a:ext cx="177756" cy="177800"/>
          </a:xfrm>
          <a:prstGeom prst="ellipse">
            <a:avLst/>
          </a:prstGeom>
          <a:solidFill>
            <a:schemeClr val="accent1"/>
          </a:solidFill>
        </p:spPr>
        <p:txBody>
          <a:bodyPr/>
          <a:lstStyle/>
          <a:p>
            <a:endParaRPr lang="zh-CN" altLang="en-US"/>
          </a:p>
        </p:txBody>
      </p:sp>
      <p:sp>
        <p:nvSpPr>
          <p:cNvPr id="22" name="Shape 5"/>
          <p:cNvSpPr/>
          <p:nvPr userDrawn="1"/>
        </p:nvSpPr>
        <p:spPr>
          <a:xfrm>
            <a:off x="11200188" y="727732"/>
            <a:ext cx="177756" cy="177800"/>
          </a:xfrm>
          <a:prstGeom prst="ellipse">
            <a:avLst/>
          </a:prstGeom>
          <a:solidFill>
            <a:schemeClr val="accent4"/>
          </a:solidFill>
        </p:spPr>
        <p:txBody>
          <a:bodyPr/>
          <a:lstStyle/>
          <a:p>
            <a:endParaRPr lang="zh-CN" altLang="en-US"/>
          </a:p>
        </p:txBody>
      </p:sp>
      <p:sp>
        <p:nvSpPr>
          <p:cNvPr id="23" name="标题占位符 1"/>
          <p:cNvSpPr>
            <a:spLocks noGrp="1"/>
          </p:cNvSpPr>
          <p:nvPr>
            <p:ph type="title"/>
          </p:nvPr>
        </p:nvSpPr>
        <p:spPr>
          <a:xfrm>
            <a:off x="695960" y="360000"/>
            <a:ext cx="10800000" cy="720000"/>
          </a:xfrm>
          <a:prstGeom prst="rect">
            <a:avLst/>
          </a:prstGeom>
        </p:spPr>
        <p:txBody>
          <a:bodyPr vert="horz" wrap="square" lIns="0" tIns="0" rIns="0" bIns="0" rtlCol="0" anchor="b">
            <a:normAutofit/>
          </a:bodyPr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24" name="文本占位符 2"/>
          <p:cNvSpPr>
            <a:spLocks noGrp="1"/>
          </p:cNvSpPr>
          <p:nvPr>
            <p:ph type="body" idx="1"/>
          </p:nvPr>
        </p:nvSpPr>
        <p:spPr>
          <a:xfrm>
            <a:off x="695960" y="1301749"/>
            <a:ext cx="10800000" cy="4873625"/>
          </a:xfrm>
          <a:prstGeom prst="rect">
            <a:avLst/>
          </a:prstGeom>
        </p:spPr>
        <p:txBody>
          <a:bodyPr vert="horz" wrap="square" lIns="0" tIns="0" rIns="0" bIns="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>
                <a:sym typeface="+mn-ea"/>
              </a:rPr>
              <a:t>第</a:t>
            </a:r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>
                <a:sym typeface="+mn-ea"/>
              </a:rPr>
              <a:t>第</a:t>
            </a:r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>
                <a:sym typeface="+mn-ea"/>
              </a:rPr>
              <a:t>第</a:t>
            </a:r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25" name="日期占位符 3"/>
          <p:cNvSpPr>
            <a:spLocks noGrp="1"/>
          </p:cNvSpPr>
          <p:nvPr>
            <p:ph type="dt" sz="half" idx="2"/>
          </p:nvPr>
        </p:nvSpPr>
        <p:spPr>
          <a:xfrm>
            <a:off x="695960" y="6356350"/>
            <a:ext cx="2743200" cy="365125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rmAutofit/>
          </a:bodyPr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592522B-0F24-4480-B9DD-A9474A6880D6}" type="datetimeFigureOut">
              <a:rPr lang="zh-CN" altLang="en-US" smtClean="0"/>
            </a:fld>
            <a:endParaRPr lang="zh-CN" altLang="en-US"/>
          </a:p>
        </p:txBody>
      </p:sp>
      <p:sp>
        <p:nvSpPr>
          <p:cNvPr id="26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27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753983" y="6356350"/>
            <a:ext cx="2743200" cy="365125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rmAutofit/>
          </a:bodyPr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E5F26B5-172A-4DC2-B0B7-181CFC56B87C}" type="slidenum">
              <a:rPr lang="zh-CN" altLang="en-US" smtClean="0"/>
            </a:fld>
            <a:endParaRPr lang="zh-CN" altLang="en-US"/>
          </a:p>
        </p:txBody>
      </p:sp>
      <p:sp>
        <p:nvSpPr>
          <p:cNvPr id="28" name="KSO_TEMPLATE" hidden="1"/>
          <p:cNvSpPr/>
          <p:nvPr userDrawn="1"/>
        </p:nvSpPr>
        <p:spPr>
          <a:xfrm flipH="1">
            <a:off x="0" y="0"/>
            <a:ext cx="0" cy="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</p:sldLayoutIdLst>
  <p:transition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3200" b="1" kern="1200">
          <a:solidFill>
            <a:schemeClr val="accent4"/>
          </a:solidFill>
          <a:latin typeface="+mn-ea"/>
          <a:ea typeface="+mn-ea"/>
          <a:cs typeface="+mn-ea"/>
          <a:sym typeface="+mn-ea"/>
        </a:defRPr>
      </a:lvl1pPr>
    </p:titleStyle>
    <p:bodyStyle>
      <a:lvl1pPr marL="228600" indent="-228600" algn="l" defTabSz="914400" rtl="0" eaLnBrk="1" latinLnBrk="0" hangingPunct="1">
        <a:lnSpc>
          <a:spcPct val="13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accent4"/>
          </a:solidFill>
          <a:latin typeface="+mn-ea"/>
          <a:ea typeface="+mn-ea"/>
          <a:cs typeface="+mn-ea"/>
          <a:sym typeface="+mn-ea"/>
        </a:defRPr>
      </a:lvl1pPr>
      <a:lvl2pPr marL="538480" indent="-206375" algn="l" defTabSz="914400" rtl="0" eaLnBrk="1" latinLnBrk="0" hangingPunct="1">
        <a:lnSpc>
          <a:spcPct val="130000"/>
        </a:lnSpc>
        <a:spcBef>
          <a:spcPct val="0"/>
        </a:spcBef>
        <a:buFont typeface="Arial" panose="020B0604020202020204" pitchFamily="34" charset="0"/>
        <a:buChar char="•"/>
        <a:defRPr sz="1800" kern="1200">
          <a:solidFill>
            <a:schemeClr val="accent4"/>
          </a:solidFill>
          <a:latin typeface="+mn-ea"/>
          <a:ea typeface="+mn-ea"/>
          <a:cs typeface="+mn-ea"/>
          <a:sym typeface="+mn-ea"/>
        </a:defRPr>
      </a:lvl2pPr>
      <a:lvl3pPr marL="798830" indent="-161925" algn="l" defTabSz="914400" rtl="0" eaLnBrk="1" latinLnBrk="0" hangingPunct="1">
        <a:lnSpc>
          <a:spcPct val="130000"/>
        </a:lnSpc>
        <a:spcBef>
          <a:spcPct val="0"/>
        </a:spcBef>
        <a:buFont typeface="Arial" panose="020B0604020202020204" pitchFamily="34" charset="0"/>
        <a:buChar char="•"/>
        <a:defRPr sz="1600" kern="1200">
          <a:solidFill>
            <a:schemeClr val="accent4"/>
          </a:solidFill>
          <a:latin typeface="+mn-ea"/>
          <a:ea typeface="+mn-ea"/>
          <a:cs typeface="+mn-ea"/>
          <a:sym typeface="+mn-ea"/>
        </a:defRPr>
      </a:lvl3pPr>
      <a:lvl4pPr marL="1030605" indent="-149225" algn="l" defTabSz="914400" rtl="0" eaLnBrk="1" latinLnBrk="0" hangingPunct="1">
        <a:lnSpc>
          <a:spcPct val="130000"/>
        </a:lnSpc>
        <a:spcBef>
          <a:spcPct val="0"/>
        </a:spcBef>
        <a:buFont typeface="Arial" panose="020B0604020202020204" pitchFamily="34" charset="0"/>
        <a:buChar char="•"/>
        <a:defRPr sz="1400" kern="1200">
          <a:solidFill>
            <a:schemeClr val="accent4"/>
          </a:solidFill>
          <a:latin typeface="+mn-ea"/>
          <a:ea typeface="+mn-ea"/>
          <a:cs typeface="+mn-ea"/>
          <a:sym typeface="+mn-ea"/>
        </a:defRPr>
      </a:lvl4pPr>
      <a:lvl5pPr marL="1235075" indent="-127000" algn="l" defTabSz="914400" rtl="0" eaLnBrk="1" latinLnBrk="0" hangingPunct="1">
        <a:lnSpc>
          <a:spcPct val="130000"/>
        </a:lnSpc>
        <a:spcBef>
          <a:spcPct val="0"/>
        </a:spcBef>
        <a:buFont typeface="Arial" panose="020B0604020202020204" pitchFamily="34" charset="0"/>
        <a:buChar char="•"/>
        <a:defRPr sz="1200" kern="1200">
          <a:solidFill>
            <a:schemeClr val="accent4"/>
          </a:solidFill>
          <a:latin typeface="+mn-ea"/>
          <a:ea typeface="+mn-ea"/>
          <a:cs typeface="+mn-ea"/>
          <a:sym typeface="+mn-ea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29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AutoShape 1"/>
          <p:cNvSpPr/>
          <p:nvPr/>
        </p:nvSpPr>
        <p:spPr>
          <a:xfrm>
            <a:off x="0" y="6326859"/>
            <a:ext cx="8812221" cy="531141"/>
          </a:xfrm>
          <a:prstGeom prst="roundRect">
            <a:avLst>
              <a:gd name="adj" fmla="val 0"/>
            </a:avLst>
          </a:prstGeom>
          <a:solidFill>
            <a:srgbClr val="ED1C29">
              <a:alpha val="100000"/>
            </a:srgbClr>
          </a:solidFill>
          <a:ln w="25400">
            <a:noFill/>
            <a:prstDash val="solid"/>
          </a:ln>
        </p:spPr>
        <p:txBody>
          <a:bodyPr lIns="63500" tIns="63500" rIns="63500" bIns="635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/>
            </a:pPr>
            <a:endParaRPr sz="1400" kern="0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31" name="AutoShape 2"/>
          <p:cNvSpPr/>
          <p:nvPr/>
        </p:nvSpPr>
        <p:spPr>
          <a:xfrm>
            <a:off x="665034" y="6459080"/>
            <a:ext cx="4749800" cy="266700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0" tIns="6350" rIns="0" bIns="0" rtlCol="0" anchor="t">
            <a:spAutoFit/>
          </a:bodyPr>
          <a:lstStyle/>
          <a:p>
            <a:pPr marL="1270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700" b="0" i="0" u="none" strike="noStrike" kern="0">
                <a:solidFill>
                  <a:srgbClr val="FFFFFF"/>
                </a:solidFill>
                <a:latin typeface="Inter 18pt SemiBold"/>
                <a:ea typeface="Inter 18pt SemiBold"/>
                <a:cs typeface="Inter 18pt SemiBold"/>
                <a:sym typeface="Inter 18pt SemiBold"/>
              </a:rPr>
              <a:t>Your Neighbourhood Auto Care Expert</a:t>
            </a:r>
            <a:endParaRPr lang="en-US" sz="1700" b="0" i="0" u="none" strike="noStrike" kern="0">
              <a:solidFill>
                <a:srgbClr val="FFFFFF"/>
              </a:solidFill>
              <a:latin typeface="Inter 18pt SemiBold"/>
              <a:ea typeface="Inter 18pt SemiBold"/>
              <a:cs typeface="Inter 18pt SemiBold"/>
              <a:sym typeface="Inter 18pt SemiBold"/>
            </a:endParaRPr>
          </a:p>
        </p:txBody>
      </p:sp>
      <p:sp>
        <p:nvSpPr>
          <p:cNvPr id="32" name="AutoShape 3"/>
          <p:cNvSpPr/>
          <p:nvPr/>
        </p:nvSpPr>
        <p:spPr>
          <a:xfrm>
            <a:off x="8249792" y="6326859"/>
            <a:ext cx="2762864" cy="531141"/>
          </a:xfrm>
          <a:prstGeom prst="parallelogram">
            <a:avLst/>
          </a:prstGeom>
          <a:solidFill>
            <a:srgbClr val="005AA9">
              <a:alpha val="100000"/>
            </a:srgbClr>
          </a:solidFill>
          <a:ln w="25400">
            <a:noFill/>
            <a:prstDash val="solid"/>
          </a:ln>
        </p:spPr>
        <p:txBody>
          <a:bodyPr lIns="63500" tIns="63500" rIns="63500" bIns="635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/>
            </a:pPr>
            <a:endParaRPr sz="1400" kern="0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33" name="AutoShape 4"/>
          <p:cNvSpPr/>
          <p:nvPr/>
        </p:nvSpPr>
        <p:spPr>
          <a:xfrm>
            <a:off x="8588375" y="6326859"/>
            <a:ext cx="3603625" cy="531141"/>
          </a:xfrm>
          <a:prstGeom prst="roundRect">
            <a:avLst>
              <a:gd name="adj" fmla="val 0"/>
            </a:avLst>
          </a:prstGeom>
          <a:solidFill>
            <a:srgbClr val="005AA9">
              <a:alpha val="100000"/>
            </a:srgbClr>
          </a:solidFill>
          <a:ln w="25400">
            <a:noFill/>
            <a:prstDash val="solid"/>
          </a:ln>
        </p:spPr>
        <p:txBody>
          <a:bodyPr lIns="63500" tIns="63500" rIns="63500" bIns="635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/>
            </a:pPr>
            <a:endParaRPr sz="1400" kern="0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34" name="AutoShape 6"/>
          <p:cNvSpPr/>
          <p:nvPr/>
        </p:nvSpPr>
        <p:spPr>
          <a:xfrm>
            <a:off x="8936037" y="6459080"/>
            <a:ext cx="2908300" cy="266700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0" tIns="6350" rIns="0" bIns="0" rtlCol="0" anchor="t">
            <a:spAutoFit/>
          </a:bodyPr>
          <a:lstStyle/>
          <a:p>
            <a:pPr marL="1270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700" b="0" i="0" u="none" strike="noStrike" kern="0">
                <a:solidFill>
                  <a:srgbClr val="FFFFFF"/>
                </a:solidFill>
                <a:latin typeface="Inter 18pt SemiBold"/>
                <a:ea typeface="Inter 18pt SemiBold"/>
                <a:cs typeface="Inter 18pt SemiBold"/>
                <a:sym typeface="Inter 18pt SemiBold"/>
                <a:hlinkClick r:id="rId3" tooltip="https://www.servauto.com.my/"/>
              </a:rPr>
              <a:t>www.servauto.com.my</a:t>
            </a:r>
            <a:endParaRPr lang="en-US" sz="1700" b="0" i="0" u="none" strike="noStrike" kern="0">
              <a:solidFill>
                <a:srgbClr val="FFFFFF"/>
              </a:solidFill>
              <a:latin typeface="Inter 18pt SemiBold"/>
              <a:ea typeface="Inter 18pt SemiBold"/>
              <a:cs typeface="Inter 18pt SemiBold"/>
              <a:sym typeface="Inter 18pt SemiBold"/>
              <a:hlinkClick r:id="rId3" tooltip="https://www.servauto.com.my/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75" r:id="rId1"/>
    <p:sldLayoutId id="2147483676" r:id="rId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otherStyle>
  </p:txStyles>
</p:sldMaster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16.jpeg"/><Relationship Id="rId3" Type="http://schemas.openxmlformats.org/officeDocument/2006/relationships/image" Target="../media/image4.png"/><Relationship Id="rId4" Type="http://schemas.openxmlformats.org/officeDocument/2006/relationships/image" Target="../media/image37.jp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16.jpeg"/><Relationship Id="rId3" Type="http://schemas.openxmlformats.org/officeDocument/2006/relationships/image" Target="../media/image4.png"/><Relationship Id="rId4" Type="http://schemas.openxmlformats.org/officeDocument/2006/relationships/image" Target="../media/image38.jp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13.jpeg"/><Relationship Id="rId3" Type="http://schemas.openxmlformats.org/officeDocument/2006/relationships/image" Target="../media/image14.jpeg"/><Relationship Id="rId4" Type="http://schemas.openxmlformats.org/officeDocument/2006/relationships/image" Target="../media/image15.jpeg"/><Relationship Id="rId5" Type="http://schemas.openxmlformats.org/officeDocument/2006/relationships/image" Target="../media/image4.png"/><Relationship Id="rId6" Type="http://schemas.openxmlformats.org/officeDocument/2006/relationships/image" Target="../media/image39.jpg"/><Relationship Id="rId7" Type="http://schemas.openxmlformats.org/officeDocument/2006/relationships/image" Target="../media/image40.jpg"/><Relationship Id="rId8" Type="http://schemas.openxmlformats.org/officeDocument/2006/relationships/image" Target="../media/image41.jp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16.jpeg"/><Relationship Id="rId3" Type="http://schemas.openxmlformats.org/officeDocument/2006/relationships/image" Target="../media/image4.png"/><Relationship Id="rId4" Type="http://schemas.openxmlformats.org/officeDocument/2006/relationships/image" Target="../media/image42.jp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16.jpeg"/><Relationship Id="rId3" Type="http://schemas.openxmlformats.org/officeDocument/2006/relationships/image" Target="../media/image4.png"/><Relationship Id="rId4" Type="http://schemas.openxmlformats.org/officeDocument/2006/relationships/image" Target="../media/image43.jp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16.jpeg"/><Relationship Id="rId3" Type="http://schemas.openxmlformats.org/officeDocument/2006/relationships/image" Target="../media/image4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16.jpeg"/><Relationship Id="rId3" Type="http://schemas.openxmlformats.org/officeDocument/2006/relationships/image" Target="../media/image4.png"/><Relationship Id="rId4" Type="http://schemas.openxmlformats.org/officeDocument/2006/relationships/image" Target="../media/image44.jp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9.jpeg"/><Relationship Id="rId3" Type="http://schemas.openxmlformats.org/officeDocument/2006/relationships/image" Target="../media/image10.jpeg"/><Relationship Id="rId4" Type="http://schemas.openxmlformats.org/officeDocument/2006/relationships/image" Target="../media/image11.jpeg"/><Relationship Id="rId5" Type="http://schemas.openxmlformats.org/officeDocument/2006/relationships/image" Target="../media/image12.jpeg"/><Relationship Id="rId6" Type="http://schemas.openxmlformats.org/officeDocument/2006/relationships/image" Target="../media/image4.png"/><Relationship Id="rId7" Type="http://schemas.openxmlformats.org/officeDocument/2006/relationships/image" Target="../media/image45.jpg"/><Relationship Id="rId8" Type="http://schemas.openxmlformats.org/officeDocument/2006/relationships/image" Target="../media/image46.jpg"/><Relationship Id="rId9" Type="http://schemas.openxmlformats.org/officeDocument/2006/relationships/image" Target="../media/image47.jpg"/><Relationship Id="rId10" Type="http://schemas.openxmlformats.org/officeDocument/2006/relationships/image" Target="../media/image48.jp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16.jpeg"/><Relationship Id="rId3" Type="http://schemas.openxmlformats.org/officeDocument/2006/relationships/image" Target="../media/image4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16.jpeg"/><Relationship Id="rId3" Type="http://schemas.openxmlformats.org/officeDocument/2006/relationships/image" Target="../media/image4.png"/><Relationship Id="rId4" Type="http://schemas.openxmlformats.org/officeDocument/2006/relationships/image" Target="../media/image49.jp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16.jpeg"/><Relationship Id="rId3" Type="http://schemas.openxmlformats.org/officeDocument/2006/relationships/image" Target="../media/image4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16.jpeg"/><Relationship Id="rId3" Type="http://schemas.openxmlformats.org/officeDocument/2006/relationships/image" Target="../media/image4.png"/><Relationship Id="rId4" Type="http://schemas.openxmlformats.org/officeDocument/2006/relationships/image" Target="../media/image50.jp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16.jpeg"/><Relationship Id="rId3" Type="http://schemas.openxmlformats.org/officeDocument/2006/relationships/image" Target="../media/image4.png"/><Relationship Id="rId4" Type="http://schemas.openxmlformats.org/officeDocument/2006/relationships/image" Target="../media/image51.jp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16.jpeg"/><Relationship Id="rId3" Type="http://schemas.openxmlformats.org/officeDocument/2006/relationships/image" Target="../media/image4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9.jpeg"/><Relationship Id="rId3" Type="http://schemas.openxmlformats.org/officeDocument/2006/relationships/image" Target="../media/image10.jpeg"/><Relationship Id="rId4" Type="http://schemas.openxmlformats.org/officeDocument/2006/relationships/image" Target="../media/image11.jpeg"/><Relationship Id="rId5" Type="http://schemas.openxmlformats.org/officeDocument/2006/relationships/image" Target="../media/image12.jpeg"/><Relationship Id="rId6" Type="http://schemas.openxmlformats.org/officeDocument/2006/relationships/image" Target="../media/image4.png"/><Relationship Id="rId7" Type="http://schemas.openxmlformats.org/officeDocument/2006/relationships/image" Target="../media/image52.jpg"/><Relationship Id="rId8" Type="http://schemas.openxmlformats.org/officeDocument/2006/relationships/image" Target="../media/image53.jpg"/><Relationship Id="rId9" Type="http://schemas.openxmlformats.org/officeDocument/2006/relationships/image" Target="../media/image54.jpg"/><Relationship Id="rId10" Type="http://schemas.openxmlformats.org/officeDocument/2006/relationships/image" Target="../media/image55.jp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.xml"/><Relationship Id="rId2" Type="http://schemas.openxmlformats.org/officeDocument/2006/relationships/image" Target="../media/image36.png"/><Relationship Id="rId3" Type="http://schemas.openxmlformats.org/officeDocument/2006/relationships/image" Target="../media/image4.png"/></Relationships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91" name="Text Placeholder 1"/>
          <p:cNvSpPr>
            <a:spLocks noGrp="1"/>
          </p:cNvSpPr>
          <p:nvPr>
            <p:ph type="body" sz="quarter" idx="1"/>
          </p:nvPr>
        </p:nvSpPr>
        <p:spPr>
          <a:xfrm>
            <a:off x="667512" y="1755648"/>
            <a:ext cx="7315200" cy="3383280"/>
          </a:xfrm>
        </p:spPr>
        <p:txBody>
          <a:bodyPr wrap="square"/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2700" b="1">
                <a:solidFill>
                  <a:srgbClr val="0B1D35"/>
                </a:solidFill>
                <a:latin typeface="微软雅黑" panose="020B0604020202020204"/>
                <a:ea typeface="微软雅黑" panose="020B0503020204020204" charset="-122"/>
                <a:cs typeface="微软雅黑"/>
              </a:rPr>
              <a:t>ServAuto 服务顾问培训</a:t>
            </a:r>
            <a:endParaRPr lang="en-US" sz="4000" b="1">
              <a:latin typeface="Arial" panose="020B0604020202020204"/>
              <a:ea typeface="微软雅黑" panose="020B0503020204020204" charset="-122"/>
            </a:endParaRPr>
          </a:p>
          <a:p>
            <a:pPr>
              <a:lnSpc>
                <a:spcPct val="110000"/>
              </a:lnSpc>
              <a:spcBef>
                <a:spcPts val="300"/>
              </a:spcBef>
              <a:spcAft>
                <a:spcPts val="0"/>
              </a:spcAft>
            </a:pPr>
            <a:r>
              <a:rPr lang="zh-CN" sz="1900" b="0">
                <a:solidFill>
                  <a:srgbClr val="6E8299"/>
                </a:solidFill>
                <a:latin typeface="微软雅黑" panose="020B0604020202020204"/>
                <a:ea typeface="微软雅黑" panose="020B0503020204020204" charset="-122"/>
                <a:cs typeface="微软雅黑"/>
              </a:rPr>
              <a:t>Service Advisor Training</a:t>
            </a:r>
            <a:endParaRPr lang="zh-CN" sz="2600">
              <a:solidFill>
                <a:srgbClr val="6E8299"/>
              </a:solidFill>
              <a:latin typeface="Arial" panose="020B0604020202020204"/>
              <a:ea typeface="微软雅黑" panose="020B0503020204020204" charset="-122"/>
            </a:endParaRPr>
          </a:p>
          <a:p>
            <a:pPr>
              <a:lnSpc>
                <a:spcPct val="110000"/>
              </a:lnSpc>
              <a:spcBef>
                <a:spcPts val="300"/>
              </a:spcBef>
              <a:spcAft>
                <a:spcPts val="0"/>
              </a:spcAft>
            </a:pPr>
            <a:r>
              <a:rPr lang="zh-CN" sz="2200" b="1">
                <a:solidFill>
                  <a:srgbClr val="ED1C29"/>
                </a:solidFill>
                <a:latin typeface="微软雅黑" panose="020B0604020202020204"/>
                <a:ea typeface="微软雅黑" panose="020B0503020204020204" charset="-122"/>
                <a:cs typeface="微软雅黑"/>
              </a:rPr>
              <a:t>初级班 · 基础培训</a:t>
            </a:r>
            <a:endParaRPr lang="zh-CN" sz="2600">
              <a:solidFill>
                <a:srgbClr val="6E8299"/>
              </a:solidFill>
              <a:latin typeface="Arial" panose="020B0604020202020204"/>
              <a:ea typeface="微软雅黑" panose="020B0503020204020204" charset="-122"/>
            </a:endParaRPr>
          </a:p>
          <a:p>
            <a:pPr>
              <a:lnSpc>
                <a:spcPct val="110000"/>
              </a:lnSpc>
              <a:spcBef>
                <a:spcPts val="300"/>
              </a:spcBef>
              <a:spcAft>
                <a:spcPts val="0"/>
              </a:spcAft>
            </a:pPr>
            <a:r>
              <a:rPr lang="zh-CN" sz="1400" b="0">
                <a:solidFill>
                  <a:srgbClr val="6E8299"/>
                </a:solidFill>
                <a:latin typeface="微软雅黑" panose="020B0604020202020204"/>
                <a:ea typeface="微软雅黑" panose="020B0503020204020204" charset="-122"/>
                <a:cs typeface="微软雅黑"/>
              </a:rPr>
              <a:t>Foundation Course</a:t>
            </a:r>
            <a:endParaRPr lang="zh-CN" sz="2600">
              <a:solidFill>
                <a:srgbClr val="6E8299"/>
              </a:solidFill>
              <a:latin typeface="Arial" panose="020B0604020202020204"/>
              <a:ea typeface="微软雅黑" panose="020B0503020204020204" charset="-122"/>
            </a:endParaRPr>
          </a:p>
          <a:p>
            <a:pPr>
              <a:lnSpc>
                <a:spcPct val="110000"/>
              </a:lnSpc>
              <a:spcBef>
                <a:spcPts val="300"/>
              </a:spcBef>
              <a:spcAft>
                <a:spcPts val="0"/>
              </a:spcAft>
            </a:pPr>
            <a:r>
              <a:rPr lang="zh-CN" sz="1150" b="0">
                <a:solidFill>
                  <a:srgbClr val="1F2329"/>
                </a:solidFill>
                <a:latin typeface="微软雅黑" panose="020B0604020202020204"/>
                <a:ea typeface="微软雅黑" panose="020B0503020204020204" charset="-122"/>
                <a:cs typeface="微软雅黑"/>
              </a:rPr>
              <a:t>接待服务 · 收银结算 · 货品签收 · 套餐销售 · 拍摄与直播</a:t>
            </a:r>
            <a:endParaRPr lang="zh-CN" sz="2600">
              <a:solidFill>
                <a:srgbClr val="6E8299"/>
              </a:solidFill>
              <a:latin typeface="Arial" panose="020B0604020202020204"/>
              <a:ea typeface="微软雅黑" panose="020B0503020204020204" charset="-122"/>
            </a:endParaRPr>
          </a:p>
          <a:p>
            <a:pPr>
              <a:lnSpc>
                <a:spcPct val="110000"/>
              </a:lnSpc>
              <a:spcBef>
                <a:spcPts val="300"/>
              </a:spcBef>
              <a:spcAft>
                <a:spcPts val="0"/>
              </a:spcAft>
            </a:pPr>
            <a:r>
              <a:rPr lang="zh-CN" sz="950" b="0">
                <a:solidFill>
                  <a:srgbClr val="6E8299"/>
                </a:solidFill>
                <a:latin typeface="微软雅黑" panose="020B0604020202020204"/>
                <a:ea typeface="微软雅黑" panose="020B0503020204020204" charset="-122"/>
                <a:cs typeface="微软雅黑"/>
              </a:rPr>
              <a:t>Reception Service · Cashiering · Goods Receipt · Package Selling · Content &amp; Live</a:t>
            </a:r>
            <a:endParaRPr lang="zh-CN" sz="2600">
              <a:solidFill>
                <a:srgbClr val="6E8299"/>
              </a:solidFill>
              <a:latin typeface="Arial" panose="020B0604020202020204"/>
              <a:ea typeface="微软雅黑" panose="020B0503020204020204" charset="-122"/>
            </a:endParaRPr>
          </a:p>
          <a:p>
            <a:pPr>
              <a:lnSpc>
                <a:spcPct val="110000"/>
              </a:lnSpc>
              <a:spcBef>
                <a:spcPts val="300"/>
              </a:spcBef>
              <a:spcAft>
                <a:spcPts val="0"/>
              </a:spcAft>
            </a:pPr>
            <a:r>
              <a:rPr lang="zh-CN" sz="950" b="0">
                <a:solidFill>
                  <a:srgbClr val="6E8299"/>
                </a:solidFill>
                <a:latin typeface="微软雅黑" panose="020B0604020202020204"/>
                <a:ea typeface="微软雅黑" panose="020B0503020204020204" charset="-122"/>
                <a:cs typeface="微软雅黑"/>
              </a:rPr>
              <a:t>适用对象：门店服务顾问（前台）  |  Audience: Store service advisors (front desk)</a:t>
            </a:r>
            <a:endParaRPr lang="zh-CN" sz="2600">
              <a:solidFill>
                <a:srgbClr val="6E8299"/>
              </a:solidFill>
              <a:latin typeface="Arial" panose="020B0604020202020204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93" name="Text Placeholder 1"/>
          <p:cNvSpPr>
            <a:spLocks noGrp="1"/>
          </p:cNvSpPr>
          <p:nvPr>
            <p:ph type="body" sz="quarter" idx="2"/>
          </p:nvPr>
        </p:nvSpPr>
        <p:spPr/>
        <p:txBody>
          <a:bodyPr wrap="square"/>
          <a:lstStyle/>
          <a:p>
            <a:pPr>
              <a:lnSpc>
                <a:spcPts val="2815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2200" b="1">
                <a:latin typeface="Arial" panose="020B0604020202020204"/>
                <a:ea typeface="微软雅黑" panose="020B0503020204020204" charset="-122"/>
              </a:rPr>
              <a:t>Overview</a:t>
            </a:r>
            <a:r>
              <a:rPr lang="zh-CN" sz="1800">
                <a:latin typeface="Arial" panose="020B0604020202020204"/>
                <a:ea typeface="微软雅黑" panose="020B0503020204020204" charset="-122"/>
              </a:rPr>
              <a:t> | 内容导航</a:t>
            </a:r>
            <a:endParaRPr lang="zh-CN" sz="1800">
              <a:latin typeface="Arial" panose="020B0604020202020204"/>
              <a:ea typeface="微软雅黑" panose="020B0503020204020204" charset="-122"/>
            </a:endParaRPr>
          </a:p>
        </p:txBody>
      </p:sp>
      <p:sp>
        <p:nvSpPr>
          <p:cNvPr id="494" name="Text Placeholder 2"/>
          <p:cNvSpPr>
            <a:spLocks noGrp="1"/>
          </p:cNvSpPr>
          <p:nvPr>
            <p:ph type="body" sz="quarter" idx="3"/>
          </p:nvPr>
        </p:nvSpPr>
        <p:spPr>
          <a:xfrm>
            <a:off x="667512" y="1005840"/>
            <a:ext cx="7516368" cy="896112"/>
          </a:xfrm>
        </p:spPr>
        <p:txBody>
          <a:bodyPr wrap="square" anchor="t"/>
          <a:lstStyle/>
          <a:p>
            <a:pPr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2500" b="1">
                <a:solidFill>
                  <a:srgbClr val="0B1D35"/>
                </a:solidFill>
                <a:latin typeface="微软雅黑" panose="020B0604020202020204"/>
                <a:ea typeface="微软雅黑" panose="020B0503020204020204" charset="-122"/>
                <a:cs typeface="微软雅黑"/>
              </a:rPr>
              <a:t>Table of Contents</a:t>
            </a:r>
            <a:endParaRPr lang="en-US" sz="3900" b="1">
              <a:latin typeface="Arial" panose="020B0604020202020204"/>
              <a:ea typeface="微软雅黑" panose="020B0503020204020204" charset="-122"/>
            </a:endParaRPr>
          </a:p>
          <a:p>
            <a:pPr>
              <a:lnSpc>
                <a:spcPct val="104000"/>
              </a:lnSpc>
              <a:spcBef>
                <a:spcPts val="200"/>
              </a:spcBef>
              <a:spcAft>
                <a:spcPts val="0"/>
              </a:spcAft>
            </a:pPr>
            <a:r>
              <a:rPr lang="zh-CN" sz="1600" b="0">
                <a:solidFill>
                  <a:srgbClr val="6E8299"/>
                </a:solidFill>
                <a:latin typeface="微软雅黑" panose="020B0604020202020204"/>
                <a:ea typeface="微软雅黑" panose="020B0503020204020204" charset="-122"/>
                <a:cs typeface="微软雅黑"/>
              </a:rPr>
              <a:t>目录</a:t>
            </a:r>
            <a:endParaRPr lang="zh-CN" sz="2550">
              <a:solidFill>
                <a:srgbClr val="6E8299"/>
              </a:solidFill>
              <a:latin typeface="Arial" panose="020B0604020202020204"/>
              <a:ea typeface="微软雅黑" panose="020B0503020204020204" charset="-122"/>
            </a:endParaRPr>
          </a:p>
        </p:txBody>
      </p:sp>
      <p:sp>
        <p:nvSpPr>
          <p:cNvPr id="495" name="Rectangle 3"/>
          <p:cNvSpPr/>
          <p:nvPr/>
        </p:nvSpPr>
        <p:spPr>
          <a:xfrm>
            <a:off x="667512" y="2304288"/>
            <a:ext cx="5138928" cy="841248"/>
          </a:xfrm>
          <a:prstGeom prst="rect">
            <a:avLst/>
          </a:prstGeom>
          <a:solidFill>
            <a:srgbClr val="F1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6" name="Rectangle 4"/>
          <p:cNvSpPr/>
          <p:nvPr/>
        </p:nvSpPr>
        <p:spPr>
          <a:xfrm>
            <a:off x="667512" y="2304288"/>
            <a:ext cx="54864" cy="841248"/>
          </a:xfrm>
          <a:prstGeom prst="rect">
            <a:avLst/>
          </a:prstGeom>
          <a:solidFill>
            <a:srgbClr val="005A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7" name="TextBox 5"/>
          <p:cNvSpPr txBox="1"/>
          <p:nvPr/>
        </p:nvSpPr>
        <p:spPr>
          <a:xfrm>
            <a:off x="923544" y="2304288"/>
            <a:ext cx="731520" cy="8412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700" b="1">
                <a:solidFill>
                  <a:srgbClr val="ED1C29"/>
                </a:solidFill>
                <a:latin typeface="微软雅黑" panose="020B0604020202020204"/>
                <a:ea typeface="微软雅黑" panose="020B0503020204020204" charset="-122"/>
                <a:cs typeface="微软雅黑"/>
              </a:rPr>
              <a:t>P0</a:t>
            </a:r>
            <a:endParaRPr sz="1800" b="1">
              <a:solidFill>
                <a:srgbClr val="ED1C29"/>
              </a:solidFill>
              <a:latin typeface="Arial" panose="020B0604020202020204"/>
              <a:ea typeface="微软雅黑" panose="020B0503020204020204" charset="-122"/>
            </a:endParaRPr>
          </a:p>
        </p:txBody>
      </p:sp>
      <p:sp>
        <p:nvSpPr>
          <p:cNvPr id="498" name="TextBox 6"/>
          <p:cNvSpPr txBox="1"/>
          <p:nvPr/>
        </p:nvSpPr>
        <p:spPr>
          <a:xfrm>
            <a:off x="1719072" y="2304288"/>
            <a:ext cx="3941063" cy="8412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400" b="1">
                <a:solidFill>
                  <a:srgbClr val="0B1D35"/>
                </a:solidFill>
                <a:latin typeface="微软雅黑" panose="020B0604020202020204"/>
                <a:ea typeface="微软雅黑" panose="020B0503020204020204" charset="-122"/>
                <a:cs typeface="微软雅黑"/>
              </a:rPr>
              <a:t>Role &amp; Scope</a:t>
            </a:r>
            <a:endParaRPr lang="en-US" sz="1400" b="1">
              <a:solidFill>
                <a:srgbClr val="1F2329"/>
              </a:solidFill>
              <a:latin typeface="Arial" panose="020B0604020202020204"/>
              <a:ea typeface="微软雅黑" panose="020B0503020204020204" charset="-122"/>
            </a:endParaRP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050" b="0">
                <a:solidFill>
                  <a:srgbClr val="6E8299"/>
                </a:solidFill>
                <a:latin typeface="微软雅黑" panose="020B0604020202020204"/>
                <a:ea typeface="微软雅黑" panose="020B0503020204020204" charset="-122"/>
                <a:cs typeface="微软雅黑"/>
              </a:rPr>
              <a:t>岗位认知与职责边界</a:t>
            </a:r>
            <a:endParaRPr lang="zh-CN" sz="900">
              <a:solidFill>
                <a:srgbClr val="6E8299"/>
              </a:solidFill>
              <a:latin typeface="Arial" panose="020B0604020202020204"/>
              <a:ea typeface="微软雅黑" panose="020B0503020204020204" charset="-122"/>
            </a:endParaRPr>
          </a:p>
        </p:txBody>
      </p:sp>
      <p:sp>
        <p:nvSpPr>
          <p:cNvPr id="499" name="Rectangle 7"/>
          <p:cNvSpPr/>
          <p:nvPr/>
        </p:nvSpPr>
        <p:spPr>
          <a:xfrm>
            <a:off x="667512" y="3255264"/>
            <a:ext cx="5138928" cy="841248"/>
          </a:xfrm>
          <a:prstGeom prst="rect">
            <a:avLst/>
          </a:prstGeom>
          <a:solidFill>
            <a:srgbClr val="F1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0" name="Rectangle 8"/>
          <p:cNvSpPr/>
          <p:nvPr/>
        </p:nvSpPr>
        <p:spPr>
          <a:xfrm>
            <a:off x="667512" y="3255264"/>
            <a:ext cx="54864" cy="841248"/>
          </a:xfrm>
          <a:prstGeom prst="rect">
            <a:avLst/>
          </a:prstGeom>
          <a:solidFill>
            <a:srgbClr val="005A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1" name="TextBox 9"/>
          <p:cNvSpPr txBox="1"/>
          <p:nvPr/>
        </p:nvSpPr>
        <p:spPr>
          <a:xfrm>
            <a:off x="923544" y="3255264"/>
            <a:ext cx="731520" cy="8412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700" b="1">
                <a:solidFill>
                  <a:srgbClr val="ED1C29"/>
                </a:solidFill>
                <a:latin typeface="微软雅黑" panose="020B0604020202020204"/>
                <a:ea typeface="微软雅黑" panose="020B0503020204020204" charset="-122"/>
                <a:cs typeface="微软雅黑"/>
              </a:rPr>
              <a:t>P1</a:t>
            </a:r>
            <a:endParaRPr sz="1800" b="1">
              <a:solidFill>
                <a:srgbClr val="ED1C29"/>
              </a:solidFill>
              <a:latin typeface="Arial" panose="020B0604020202020204"/>
              <a:ea typeface="微软雅黑" panose="020B0503020204020204" charset="-122"/>
            </a:endParaRPr>
          </a:p>
        </p:txBody>
      </p:sp>
      <p:sp>
        <p:nvSpPr>
          <p:cNvPr id="502" name="TextBox 10"/>
          <p:cNvSpPr txBox="1"/>
          <p:nvPr/>
        </p:nvSpPr>
        <p:spPr>
          <a:xfrm>
            <a:off x="1719072" y="3255264"/>
            <a:ext cx="3941063" cy="8412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400" b="1">
                <a:solidFill>
                  <a:srgbClr val="0B1D35"/>
                </a:solidFill>
                <a:latin typeface="微软雅黑" panose="020B0604020202020204"/>
                <a:ea typeface="微软雅黑" panose="020B0503020204020204" charset="-122"/>
                <a:cs typeface="微软雅黑"/>
              </a:rPr>
              <a:t>Image &amp; Etiquette</a:t>
            </a:r>
            <a:endParaRPr lang="en-US" sz="1400" b="1">
              <a:solidFill>
                <a:srgbClr val="1F2329"/>
              </a:solidFill>
              <a:latin typeface="Arial" panose="020B0604020202020204"/>
              <a:ea typeface="微软雅黑" panose="020B0503020204020204" charset="-122"/>
            </a:endParaRP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050" b="0">
                <a:solidFill>
                  <a:srgbClr val="6E8299"/>
                </a:solidFill>
                <a:latin typeface="微软雅黑" panose="020B0604020202020204"/>
                <a:ea typeface="微软雅黑" panose="020B0503020204020204" charset="-122"/>
                <a:cs typeface="微软雅黑"/>
              </a:rPr>
              <a:t>职业形象与客户礼仪</a:t>
            </a:r>
            <a:endParaRPr lang="zh-CN" sz="900">
              <a:solidFill>
                <a:srgbClr val="6E8299"/>
              </a:solidFill>
              <a:latin typeface="Arial" panose="020B0604020202020204"/>
              <a:ea typeface="微软雅黑" panose="020B0503020204020204" charset="-122"/>
            </a:endParaRPr>
          </a:p>
        </p:txBody>
      </p:sp>
      <p:sp>
        <p:nvSpPr>
          <p:cNvPr id="503" name="Rectangle 11"/>
          <p:cNvSpPr/>
          <p:nvPr/>
        </p:nvSpPr>
        <p:spPr>
          <a:xfrm>
            <a:off x="667512" y="4206240"/>
            <a:ext cx="5138928" cy="841248"/>
          </a:xfrm>
          <a:prstGeom prst="rect">
            <a:avLst/>
          </a:prstGeom>
          <a:solidFill>
            <a:srgbClr val="F1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4" name="Rectangle 12"/>
          <p:cNvSpPr/>
          <p:nvPr/>
        </p:nvSpPr>
        <p:spPr>
          <a:xfrm>
            <a:off x="667512" y="4206240"/>
            <a:ext cx="54864" cy="841248"/>
          </a:xfrm>
          <a:prstGeom prst="rect">
            <a:avLst/>
          </a:prstGeom>
          <a:solidFill>
            <a:srgbClr val="005A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5" name="TextBox 13"/>
          <p:cNvSpPr txBox="1"/>
          <p:nvPr/>
        </p:nvSpPr>
        <p:spPr>
          <a:xfrm>
            <a:off x="923544" y="4206240"/>
            <a:ext cx="731520" cy="8412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700" b="1">
                <a:solidFill>
                  <a:srgbClr val="ED1C29"/>
                </a:solidFill>
                <a:latin typeface="微软雅黑" panose="020B0604020202020204"/>
                <a:ea typeface="微软雅黑" panose="020B0503020204020204" charset="-122"/>
                <a:cs typeface="微软雅黑"/>
              </a:rPr>
              <a:t>P2</a:t>
            </a:r>
            <a:endParaRPr sz="1800" b="1">
              <a:solidFill>
                <a:srgbClr val="ED1C29"/>
              </a:solidFill>
              <a:latin typeface="Arial" panose="020B0604020202020204"/>
              <a:ea typeface="微软雅黑" panose="020B0503020204020204" charset="-122"/>
            </a:endParaRPr>
          </a:p>
        </p:txBody>
      </p:sp>
      <p:sp>
        <p:nvSpPr>
          <p:cNvPr id="506" name="TextBox 14"/>
          <p:cNvSpPr txBox="1"/>
          <p:nvPr/>
        </p:nvSpPr>
        <p:spPr>
          <a:xfrm>
            <a:off x="1719072" y="4206240"/>
            <a:ext cx="3941063" cy="8412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400" b="1">
                <a:solidFill>
                  <a:srgbClr val="0B1D35"/>
                </a:solidFill>
                <a:latin typeface="微软雅黑" panose="020B0604020202020204"/>
                <a:ea typeface="微软雅黑" panose="020B0503020204020204" charset="-122"/>
                <a:cs typeface="微软雅黑"/>
              </a:rPr>
              <a:t>Reception Service SOP</a:t>
            </a:r>
            <a:endParaRPr lang="en-US" sz="1400" b="1">
              <a:solidFill>
                <a:srgbClr val="1F2329"/>
              </a:solidFill>
              <a:latin typeface="Arial" panose="020B0604020202020204"/>
              <a:ea typeface="微软雅黑" panose="020B0503020204020204" charset="-122"/>
            </a:endParaRP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050" b="0">
                <a:solidFill>
                  <a:srgbClr val="6E8299"/>
                </a:solidFill>
                <a:latin typeface="微软雅黑" panose="020B0604020202020204"/>
                <a:ea typeface="微软雅黑" panose="020B0503020204020204" charset="-122"/>
                <a:cs typeface="微软雅黑"/>
              </a:rPr>
              <a:t>接待服务全流程</a:t>
            </a:r>
            <a:endParaRPr lang="zh-CN" sz="900">
              <a:solidFill>
                <a:srgbClr val="6E8299"/>
              </a:solidFill>
              <a:latin typeface="Arial" panose="020B0604020202020204"/>
              <a:ea typeface="微软雅黑" panose="020B0503020204020204" charset="-122"/>
            </a:endParaRPr>
          </a:p>
        </p:txBody>
      </p:sp>
      <p:sp>
        <p:nvSpPr>
          <p:cNvPr id="507" name="Rectangle 15"/>
          <p:cNvSpPr/>
          <p:nvPr/>
        </p:nvSpPr>
        <p:spPr>
          <a:xfrm>
            <a:off x="667512" y="5157216"/>
            <a:ext cx="5138928" cy="841248"/>
          </a:xfrm>
          <a:prstGeom prst="rect">
            <a:avLst/>
          </a:prstGeom>
          <a:solidFill>
            <a:srgbClr val="F1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8" name="Rectangle 16"/>
          <p:cNvSpPr/>
          <p:nvPr/>
        </p:nvSpPr>
        <p:spPr>
          <a:xfrm>
            <a:off x="667512" y="5157216"/>
            <a:ext cx="54864" cy="841248"/>
          </a:xfrm>
          <a:prstGeom prst="rect">
            <a:avLst/>
          </a:prstGeom>
          <a:solidFill>
            <a:srgbClr val="005A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9" name="TextBox 17"/>
          <p:cNvSpPr txBox="1"/>
          <p:nvPr/>
        </p:nvSpPr>
        <p:spPr>
          <a:xfrm>
            <a:off x="923544" y="5157216"/>
            <a:ext cx="731520" cy="8412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700" b="1">
                <a:solidFill>
                  <a:srgbClr val="ED1C29"/>
                </a:solidFill>
                <a:latin typeface="微软雅黑" panose="020B0604020202020204"/>
                <a:ea typeface="微软雅黑" panose="020B0503020204020204" charset="-122"/>
                <a:cs typeface="微软雅黑"/>
              </a:rPr>
              <a:t>P3</a:t>
            </a:r>
            <a:endParaRPr sz="1800" b="1">
              <a:solidFill>
                <a:srgbClr val="ED1C29"/>
              </a:solidFill>
              <a:latin typeface="Arial" panose="020B0604020202020204"/>
              <a:ea typeface="微软雅黑" panose="020B0503020204020204" charset="-122"/>
            </a:endParaRPr>
          </a:p>
        </p:txBody>
      </p:sp>
      <p:sp>
        <p:nvSpPr>
          <p:cNvPr id="510" name="TextBox 18"/>
          <p:cNvSpPr txBox="1"/>
          <p:nvPr/>
        </p:nvSpPr>
        <p:spPr>
          <a:xfrm>
            <a:off x="1719072" y="5157216"/>
            <a:ext cx="3941063" cy="8412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400" b="1">
                <a:solidFill>
                  <a:srgbClr val="0B1D35"/>
                </a:solidFill>
                <a:latin typeface="微软雅黑" panose="020B0604020202020204"/>
                <a:ea typeface="微软雅黑" panose="020B0503020204020204" charset="-122"/>
                <a:cs typeface="微软雅黑"/>
              </a:rPr>
              <a:t>Product &amp; Package Knowledge</a:t>
            </a:r>
            <a:endParaRPr lang="en-US" sz="1400" b="1">
              <a:solidFill>
                <a:srgbClr val="1F2329"/>
              </a:solidFill>
              <a:latin typeface="Arial" panose="020B0604020202020204"/>
              <a:ea typeface="微软雅黑" panose="020B0503020204020204" charset="-122"/>
            </a:endParaRP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050" b="0">
                <a:solidFill>
                  <a:srgbClr val="6E8299"/>
                </a:solidFill>
                <a:latin typeface="微软雅黑" panose="020B0604020202020204"/>
                <a:ea typeface="微软雅黑" panose="020B0503020204020204" charset="-122"/>
                <a:cs typeface="微软雅黑"/>
              </a:rPr>
              <a:t>产品、项目与套餐知识</a:t>
            </a:r>
            <a:endParaRPr lang="zh-CN" sz="900">
              <a:solidFill>
                <a:srgbClr val="6E8299"/>
              </a:solidFill>
              <a:latin typeface="Arial" panose="020B0604020202020204"/>
              <a:ea typeface="微软雅黑" panose="020B0503020204020204" charset="-122"/>
            </a:endParaRPr>
          </a:p>
        </p:txBody>
      </p:sp>
      <p:sp>
        <p:nvSpPr>
          <p:cNvPr id="511" name="Rectangle 19"/>
          <p:cNvSpPr/>
          <p:nvPr/>
        </p:nvSpPr>
        <p:spPr>
          <a:xfrm>
            <a:off x="6355080" y="2304288"/>
            <a:ext cx="5138928" cy="841248"/>
          </a:xfrm>
          <a:prstGeom prst="rect">
            <a:avLst/>
          </a:prstGeom>
          <a:solidFill>
            <a:srgbClr val="F1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2" name="Rectangle 20"/>
          <p:cNvSpPr/>
          <p:nvPr/>
        </p:nvSpPr>
        <p:spPr>
          <a:xfrm>
            <a:off x="6355080" y="2304288"/>
            <a:ext cx="54864" cy="841248"/>
          </a:xfrm>
          <a:prstGeom prst="rect">
            <a:avLst/>
          </a:prstGeom>
          <a:solidFill>
            <a:srgbClr val="005A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3" name="TextBox 21"/>
          <p:cNvSpPr txBox="1"/>
          <p:nvPr/>
        </p:nvSpPr>
        <p:spPr>
          <a:xfrm>
            <a:off x="6611112" y="2304288"/>
            <a:ext cx="731520" cy="8412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700" b="1">
                <a:solidFill>
                  <a:srgbClr val="ED1C29"/>
                </a:solidFill>
                <a:latin typeface="微软雅黑" panose="020B0604020202020204"/>
                <a:ea typeface="微软雅黑" panose="020B0503020204020204" charset="-122"/>
                <a:cs typeface="微软雅黑"/>
              </a:rPr>
              <a:t>P4</a:t>
            </a:r>
            <a:endParaRPr sz="1800" b="1">
              <a:solidFill>
                <a:srgbClr val="ED1C29"/>
              </a:solidFill>
              <a:latin typeface="Arial" panose="020B0604020202020204"/>
              <a:ea typeface="微软雅黑" panose="020B0503020204020204" charset="-122"/>
            </a:endParaRPr>
          </a:p>
        </p:txBody>
      </p:sp>
      <p:sp>
        <p:nvSpPr>
          <p:cNvPr id="514" name="TextBox 22"/>
          <p:cNvSpPr txBox="1"/>
          <p:nvPr/>
        </p:nvSpPr>
        <p:spPr>
          <a:xfrm>
            <a:off x="7406640" y="2304288"/>
            <a:ext cx="3941063" cy="8412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400" b="1">
                <a:solidFill>
                  <a:srgbClr val="0B1D35"/>
                </a:solidFill>
                <a:latin typeface="微软雅黑" panose="020B0604020202020204"/>
                <a:ea typeface="微软雅黑" panose="020B0503020204020204" charset="-122"/>
                <a:cs typeface="微软雅黑"/>
              </a:rPr>
              <a:t>Package Selling</a:t>
            </a:r>
            <a:endParaRPr lang="en-US" sz="1400" b="1">
              <a:solidFill>
                <a:srgbClr val="1F2329"/>
              </a:solidFill>
              <a:latin typeface="Arial" panose="020B0604020202020204"/>
              <a:ea typeface="微软雅黑" panose="020B0503020204020204" charset="-122"/>
            </a:endParaRP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050" b="0">
                <a:solidFill>
                  <a:srgbClr val="6E8299"/>
                </a:solidFill>
                <a:latin typeface="微软雅黑" panose="020B0604020202020204"/>
                <a:ea typeface="微软雅黑" panose="020B0503020204020204" charset="-122"/>
                <a:cs typeface="微软雅黑"/>
              </a:rPr>
              <a:t>套餐销售与话术</a:t>
            </a:r>
            <a:endParaRPr lang="zh-CN" sz="900">
              <a:solidFill>
                <a:srgbClr val="6E8299"/>
              </a:solidFill>
              <a:latin typeface="Arial" panose="020B0604020202020204"/>
              <a:ea typeface="微软雅黑" panose="020B0503020204020204" charset="-122"/>
            </a:endParaRPr>
          </a:p>
        </p:txBody>
      </p:sp>
      <p:sp>
        <p:nvSpPr>
          <p:cNvPr id="515" name="Rectangle 23"/>
          <p:cNvSpPr/>
          <p:nvPr/>
        </p:nvSpPr>
        <p:spPr>
          <a:xfrm>
            <a:off x="6355080" y="3255264"/>
            <a:ext cx="5138928" cy="841248"/>
          </a:xfrm>
          <a:prstGeom prst="rect">
            <a:avLst/>
          </a:prstGeom>
          <a:solidFill>
            <a:srgbClr val="F1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6" name="Rectangle 24"/>
          <p:cNvSpPr/>
          <p:nvPr/>
        </p:nvSpPr>
        <p:spPr>
          <a:xfrm>
            <a:off x="6355080" y="3255264"/>
            <a:ext cx="54864" cy="841248"/>
          </a:xfrm>
          <a:prstGeom prst="rect">
            <a:avLst/>
          </a:prstGeom>
          <a:solidFill>
            <a:srgbClr val="005A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7" name="TextBox 25"/>
          <p:cNvSpPr txBox="1"/>
          <p:nvPr/>
        </p:nvSpPr>
        <p:spPr>
          <a:xfrm>
            <a:off x="6611112" y="3255264"/>
            <a:ext cx="731520" cy="8412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700" b="1">
                <a:solidFill>
                  <a:srgbClr val="ED1C29"/>
                </a:solidFill>
                <a:latin typeface="微软雅黑" panose="020B0604020202020204"/>
                <a:ea typeface="微软雅黑" panose="020B0503020204020204" charset="-122"/>
                <a:cs typeface="微软雅黑"/>
              </a:rPr>
              <a:t>P5</a:t>
            </a:r>
            <a:endParaRPr sz="1800" b="1">
              <a:solidFill>
                <a:srgbClr val="ED1C29"/>
              </a:solidFill>
              <a:latin typeface="Arial" panose="020B0604020202020204"/>
              <a:ea typeface="微软雅黑" panose="020B0503020204020204" charset="-122"/>
            </a:endParaRPr>
          </a:p>
        </p:txBody>
      </p:sp>
      <p:sp>
        <p:nvSpPr>
          <p:cNvPr id="518" name="TextBox 26"/>
          <p:cNvSpPr txBox="1"/>
          <p:nvPr/>
        </p:nvSpPr>
        <p:spPr>
          <a:xfrm>
            <a:off x="7406640" y="3255264"/>
            <a:ext cx="3941063" cy="8412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400" b="1">
                <a:solidFill>
                  <a:srgbClr val="0B1D35"/>
                </a:solidFill>
                <a:latin typeface="微软雅黑"/>
                <a:ea typeface="微软雅黑"/>
                <a:cs typeface="微软雅黑"/>
                <a:sym typeface="+mn-ea"/>
              </a:rPr>
              <a:t>Cashiering &amp; Goods Receipt</a:t>
            </a:r>
            <a:endParaRPr lang="en-US" sz="1400" b="1">
              <a:solidFill>
                <a:srgbClr val="1F2329"/>
              </a:solidFill>
              <a:sym typeface="+mn-ea"/>
            </a:endParaRP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050" b="0">
                <a:solidFill>
                  <a:srgbClr val="6E8299"/>
                </a:solidFill>
                <a:latin typeface="微软雅黑" panose="020B0604020202020204"/>
                <a:ea typeface="微软雅黑" panose="020B0503020204020204" charset="-122"/>
                <a:cs typeface="微软雅黑"/>
                <a:sym typeface="+mn-ea"/>
              </a:rPr>
              <a:t>收银结算与货品签收</a:t>
            </a:r>
            <a:endParaRPr lang="zh-CN" sz="900">
              <a:solidFill>
                <a:srgbClr val="6E8299"/>
              </a:solidFill>
              <a:latin typeface="Arial" panose="020B0604020202020204"/>
              <a:ea typeface="微软雅黑" panose="020B0503020204020204" charset="-122"/>
              <a:sym typeface="+mn-ea"/>
            </a:endParaRPr>
          </a:p>
        </p:txBody>
      </p:sp>
      <p:sp>
        <p:nvSpPr>
          <p:cNvPr id="515" name="Rectangle 23"/>
          <p:cNvSpPr/>
          <p:nvPr/>
        </p:nvSpPr>
        <p:spPr>
          <a:xfrm>
            <a:off x="6355080" y="4206240"/>
            <a:ext cx="5138928" cy="841248"/>
          </a:xfrm>
          <a:prstGeom prst="rect">
            <a:avLst/>
          </a:prstGeom>
          <a:solidFill>
            <a:srgbClr val="F1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6" name="Rectangle 24"/>
          <p:cNvSpPr/>
          <p:nvPr/>
        </p:nvSpPr>
        <p:spPr>
          <a:xfrm>
            <a:off x="6355080" y="4206240"/>
            <a:ext cx="54864" cy="841248"/>
          </a:xfrm>
          <a:prstGeom prst="rect">
            <a:avLst/>
          </a:prstGeom>
          <a:solidFill>
            <a:srgbClr val="005A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7" name="TextBox 25"/>
          <p:cNvSpPr txBox="1"/>
          <p:nvPr/>
        </p:nvSpPr>
        <p:spPr>
          <a:xfrm>
            <a:off x="6611112" y="4206240"/>
            <a:ext cx="731520" cy="8412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700" b="1">
                <a:solidFill>
                  <a:srgbClr val="ED1C29"/>
                </a:solidFill>
                <a:latin typeface="微软雅黑" panose="020B0604020202020204"/>
                <a:ea typeface="微软雅黑" panose="020B0503020204020204" charset="-122"/>
                <a:cs typeface="微软雅黑"/>
              </a:rPr>
              <a:t>P6</a:t>
            </a:r>
            <a:endParaRPr sz="1800" b="1">
              <a:solidFill>
                <a:srgbClr val="ED1C29"/>
              </a:solidFill>
              <a:latin typeface="Arial" panose="020B0604020202020204"/>
              <a:ea typeface="微软雅黑" panose="020B0503020204020204" charset="-122"/>
            </a:endParaRPr>
          </a:p>
        </p:txBody>
      </p:sp>
      <p:sp>
        <p:nvSpPr>
          <p:cNvPr id="518" name="TextBox 26"/>
          <p:cNvSpPr txBox="1"/>
          <p:nvPr/>
        </p:nvSpPr>
        <p:spPr>
          <a:xfrm>
            <a:off x="7406640" y="4206240"/>
            <a:ext cx="3941063" cy="8412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400" b="1">
                <a:solidFill>
                  <a:srgbClr val="0B1D35"/>
                </a:solidFill>
                <a:latin typeface="微软雅黑"/>
                <a:ea typeface="微软雅黑"/>
                <a:cs typeface="微软雅黑"/>
                <a:sym typeface="+mn-ea"/>
              </a:rPr>
              <a:t>Video &amp; Live Streaming</a:t>
            </a:r>
            <a:endParaRPr lang="en-US" sz="1400" b="1">
              <a:solidFill>
                <a:srgbClr val="1F2329"/>
              </a:solidFill>
              <a:sym typeface="+mn-ea"/>
            </a:endParaRP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050" b="0">
                <a:solidFill>
                  <a:srgbClr val="6E8299"/>
                </a:solidFill>
                <a:latin typeface="微软雅黑" panose="020B0604020202020204"/>
                <a:ea typeface="微软雅黑" panose="020B0503020204020204" charset="-122"/>
                <a:cs typeface="微软雅黑"/>
                <a:sym typeface="+mn-ea"/>
              </a:rPr>
              <a:t>视频拍摄与直播出镜</a:t>
            </a:r>
            <a:endParaRPr lang="zh-CN" sz="900">
              <a:solidFill>
                <a:srgbClr val="6E8299"/>
              </a:solidFill>
              <a:latin typeface="Arial" panose="020B0604020202020204"/>
              <a:ea typeface="微软雅黑" panose="020B0503020204020204" charset="-122"/>
              <a:sym typeface="+mn-ea"/>
            </a:endParaRPr>
          </a:p>
        </p:txBody>
      </p:sp>
      <p:sp>
        <p:nvSpPr>
          <p:cNvPr id="515" name="Rectangle 23"/>
          <p:cNvSpPr/>
          <p:nvPr/>
        </p:nvSpPr>
        <p:spPr>
          <a:xfrm>
            <a:off x="6355080" y="5157216"/>
            <a:ext cx="5138928" cy="841248"/>
          </a:xfrm>
          <a:prstGeom prst="rect">
            <a:avLst/>
          </a:prstGeom>
          <a:solidFill>
            <a:srgbClr val="F1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6" name="Rectangle 24"/>
          <p:cNvSpPr/>
          <p:nvPr/>
        </p:nvSpPr>
        <p:spPr>
          <a:xfrm>
            <a:off x="6355080" y="5157216"/>
            <a:ext cx="54864" cy="841248"/>
          </a:xfrm>
          <a:prstGeom prst="rect">
            <a:avLst/>
          </a:prstGeom>
          <a:solidFill>
            <a:srgbClr val="005A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7" name="TextBox 25"/>
          <p:cNvSpPr txBox="1"/>
          <p:nvPr/>
        </p:nvSpPr>
        <p:spPr>
          <a:xfrm>
            <a:off x="6611112" y="5157216"/>
            <a:ext cx="731520" cy="8412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700" b="1">
                <a:solidFill>
                  <a:srgbClr val="ED1C29"/>
                </a:solidFill>
                <a:latin typeface="微软雅黑" panose="020B0604020202020204"/>
                <a:ea typeface="微软雅黑" panose="020B0503020204020204" charset="-122"/>
                <a:cs typeface="微软雅黑"/>
              </a:rPr>
              <a:t>P7</a:t>
            </a:r>
            <a:endParaRPr sz="1800" b="1">
              <a:solidFill>
                <a:srgbClr val="ED1C29"/>
              </a:solidFill>
              <a:latin typeface="Arial" panose="020B0604020202020204"/>
              <a:ea typeface="微软雅黑" panose="020B0503020204020204" charset="-122"/>
            </a:endParaRPr>
          </a:p>
        </p:txBody>
      </p:sp>
      <p:sp>
        <p:nvSpPr>
          <p:cNvPr id="518" name="TextBox 26"/>
          <p:cNvSpPr txBox="1"/>
          <p:nvPr/>
        </p:nvSpPr>
        <p:spPr>
          <a:xfrm>
            <a:off x="7406640" y="5157216"/>
            <a:ext cx="3941063" cy="8412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400" b="1">
                <a:solidFill>
                  <a:srgbClr val="0B1D35"/>
                </a:solidFill>
                <a:latin typeface="微软雅黑"/>
                <a:ea typeface="微软雅黑"/>
                <a:cs typeface="微软雅黑"/>
                <a:sym typeface="+mn-ea"/>
              </a:rPr>
              <a:t>Systems &amp; Daily Operations</a:t>
            </a:r>
            <a:endParaRPr lang="en-US" sz="1400" b="1">
              <a:solidFill>
                <a:srgbClr val="1F2329"/>
              </a:solidFill>
              <a:sym typeface="+mn-ea"/>
            </a:endParaRP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050" b="0">
                <a:solidFill>
                  <a:srgbClr val="6E8299"/>
                </a:solidFill>
                <a:latin typeface="微软雅黑" panose="020B0604020202020204"/>
                <a:ea typeface="微软雅黑" panose="020B0503020204020204" charset="-122"/>
                <a:cs typeface="微软雅黑"/>
                <a:sym typeface="+mn-ea"/>
              </a:rPr>
              <a:t>系统工具与日常运营</a:t>
            </a:r>
            <a:endParaRPr lang="zh-CN" sz="900">
              <a:solidFill>
                <a:srgbClr val="6E8299"/>
              </a:solidFill>
              <a:latin typeface="Arial" panose="020B0604020202020204"/>
              <a:ea typeface="微软雅黑" panose="020B0503020204020204" charset="-122"/>
              <a:sym typeface="+mn-ea"/>
            </a:endParaRPr>
          </a:p>
        </p:txBody>
      </p:sp>
      <p:sp>
        <p:nvSpPr>
          <p:cNvPr id="519" name="Rectangle 518"/>
          <p:cNvSpPr/>
          <p:nvPr/>
        </p:nvSpPr>
        <p:spPr>
          <a:xfrm>
            <a:off x="667512" y="2029968"/>
            <a:ext cx="10826496" cy="27432"/>
          </a:xfrm>
          <a:prstGeom prst="rect">
            <a:avLst/>
          </a:prstGeom>
          <a:solidFill>
            <a:srgbClr val="ED1C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68" name="图片 3" descr="/data/temp/31c83b1c-a9fe-11f0-88da-76af0e732785.jpg@base@tag=imgScale&amp;m=1&amp;w=932&amp;h=1264&amp;q=9531c83b1c-a9fe-11f0-88da-76af0e732785"/>
          <p:cNvPicPr>
            <a:picLocks noChangeAspect="1"/>
          </p:cNvPicPr>
          <p:nvPr/>
        </p:nvPicPr>
        <p:blipFill>
          <a:blip r:embed="rId4"/>
          <a:srcRect l="13078" r="13157"/>
          <a:stretch>
            <a:fillRect/>
          </a:stretch>
        </p:blipFill>
        <p:spPr>
          <a:xfrm>
            <a:off x="8244205" y="1773936"/>
            <a:ext cx="3358515" cy="4480560"/>
          </a:xfrm>
          <a:prstGeom prst="round1Rect">
            <a:avLst>
              <a:gd name="adj" fmla="val 39814"/>
            </a:avLst>
          </a:prstGeom>
          <a:solidFill>
            <a:schemeClr val="accent1">
              <a:alpha val="15000"/>
            </a:schemeClr>
          </a:solidFill>
          <a:ln w="9525" cap="flat" cmpd="sng" algn="ctr">
            <a:solidFill>
              <a:schemeClr val="accent1">
                <a:lumMod val="100000"/>
                <a:alpha val="15000"/>
              </a:schemeClr>
            </a:solidFill>
            <a:prstDash val="solid"/>
            <a:round/>
            <a:headEnd type="none" w="med" len="med"/>
            <a:tailEnd type="none" w="med" len="med"/>
          </a:ln>
          <a:effectLst>
            <a:outerShdw blurRad="203200" dist="38100" dir="2700000" algn="tl" rotWithShape="0">
              <a:schemeClr val="accent1">
                <a:alpha val="60000"/>
              </a:schemeClr>
            </a:outerShdw>
          </a:effectLst>
        </p:spPr>
      </p:pic>
      <p:sp>
        <p:nvSpPr>
          <p:cNvPr id="69" name="圆角矩形 6"/>
          <p:cNvSpPr/>
          <p:nvPr/>
        </p:nvSpPr>
        <p:spPr>
          <a:xfrm>
            <a:off x="3474720" y="1773936"/>
            <a:ext cx="4142232" cy="817473"/>
          </a:xfrm>
          <a:prstGeom prst="roundRect">
            <a:avLst>
              <a:gd name="adj" fmla="val 50000"/>
            </a:avLst>
          </a:prstGeom>
          <a:solidFill>
            <a:srgbClr val="EBF0F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lIns="109728" tIns="0" rIns="109728" bIns="0" numCol="1" spcCol="0" rtlCol="0" fromWordArt="0" anchor="ctr" anchorCtr="0" forceAA="0" compatLnSpc="1">
            <a:noAutofit/>
          </a:bodyPr>
          <a:lstStyle/>
          <a:p>
            <a:pPr lvl="0" indent="0" algn="l" fontAlgn="auto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</a:pPr>
            <a:r>
              <a:rPr lang="en-US" altLang="en-US" sz="1200" b="0">
                <a:solidFill>
                  <a:srgbClr val="1F2329"/>
                </a:solidFill>
                <a:latin typeface="微软雅黑"/>
                <a:ea typeface="微软雅黑"/>
                <a:cs typeface="微软雅黑"/>
                <a:sym typeface="+mn-ea"/>
              </a:rPr>
              <a:t>客户接待服务 —— 岗位主轴</a:t>
            </a:r>
            <a:endParaRPr lang="en-US" altLang="en-US" sz="1600">
              <a:solidFill>
                <a:schemeClr val="tx1">
                  <a:lumMod val="85000"/>
                  <a:lumOff val="15000"/>
                </a:schemeClr>
              </a:solidFill>
              <a:sym typeface="+mn-ea"/>
            </a:endParaRPr>
          </a:p>
          <a:p>
            <a:pPr lvl="0" indent="0" algn="l" fontAlgn="auto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</a:pPr>
            <a:r>
              <a:rPr lang="zh-CN" altLang="en-US" sz="950" b="0">
                <a:solidFill>
                  <a:srgbClr val="6E8299"/>
                </a:solidFill>
                <a:latin typeface="微软雅黑"/>
                <a:ea typeface="微软雅黑"/>
                <a:cs typeface="微软雅黑"/>
                <a:sym typeface="+mn-ea"/>
              </a:rPr>
              <a:t>Reception service - your core duty</a:t>
            </a:r>
            <a:endParaRPr lang="zh-CN" altLang="en-US" sz="1150">
              <a:solidFill>
                <a:srgbClr val="6E8299"/>
              </a:solidFill>
              <a:latin typeface="+mn-ea"/>
              <a:cs typeface="+mn-ea"/>
              <a:sym typeface="+mn-ea"/>
            </a:endParaRPr>
          </a:p>
        </p:txBody>
      </p:sp>
      <p:sp>
        <p:nvSpPr>
          <p:cNvPr id="70" name="圆角矩形 35"/>
          <p:cNvSpPr/>
          <p:nvPr/>
        </p:nvSpPr>
        <p:spPr>
          <a:xfrm>
            <a:off x="603504" y="1844344"/>
            <a:ext cx="2743200" cy="67665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solidFill>
              <a:schemeClr val="accent1">
                <a:lumMod val="20000"/>
                <a:lumOff val="80000"/>
              </a:schemeClr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46304" tIns="0" rIns="146304" bIns="0" rtlCol="0" anchor="ctr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en-US" sz="800" b="0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+mn-ea"/>
              </a:rPr>
              <a:t>Core Duty</a:t>
            </a:r>
            <a:endParaRPr lang="zh-CN" altLang="en-US" sz="950">
              <a:solidFill>
                <a:schemeClr val="lt1">
                  <a:lumMod val="100000"/>
                </a:schemeClr>
              </a:solidFill>
              <a:latin typeface="+mn-ea"/>
              <a:cs typeface="+mn-ea"/>
              <a:sym typeface="+mn-ea"/>
            </a:endParaRP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en-US" sz="950" b="1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+mn-ea"/>
              </a:rPr>
              <a:t>接待主轴</a:t>
            </a:r>
            <a:endParaRPr lang="zh-CN" altLang="en-US" sz="950">
              <a:solidFill>
                <a:schemeClr val="lt1">
                  <a:lumMod val="100000"/>
                </a:schemeClr>
              </a:solidFill>
              <a:latin typeface="+mn-ea"/>
              <a:cs typeface="+mn-ea"/>
              <a:sym typeface="+mn-ea"/>
            </a:endParaRPr>
          </a:p>
        </p:txBody>
      </p:sp>
      <p:sp>
        <p:nvSpPr>
          <p:cNvPr id="71" name="圆角矩形 1"/>
          <p:cNvSpPr/>
          <p:nvPr/>
        </p:nvSpPr>
        <p:spPr>
          <a:xfrm>
            <a:off x="3474720" y="5373014"/>
            <a:ext cx="4142232" cy="817473"/>
          </a:xfrm>
          <a:prstGeom prst="roundRect">
            <a:avLst>
              <a:gd name="adj" fmla="val 50000"/>
            </a:avLst>
          </a:prstGeom>
          <a:solidFill>
            <a:srgbClr val="EBF0F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lIns="109728" tIns="0" rIns="109728" bIns="0" numCol="1" spcCol="0" rtlCol="0" fromWordArt="0" anchor="ctr" anchorCtr="0" forceAA="0" compatLnSpc="1">
            <a:noAutofit/>
          </a:bodyPr>
          <a:lstStyle/>
          <a:p>
            <a:pPr lvl="0" indent="0" algn="l" fontAlgn="auto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</a:pPr>
            <a:r>
              <a:rPr lang="en-US" altLang="en-US" sz="1200" b="0">
                <a:solidFill>
                  <a:srgbClr val="1F2329"/>
                </a:solidFill>
                <a:latin typeface="微软雅黑"/>
                <a:ea typeface="微软雅黑"/>
                <a:cs typeface="微软雅黑"/>
                <a:sym typeface="+mn-ea"/>
              </a:rPr>
              <a:t>视频拍摄与直播出镜</a:t>
            </a:r>
            <a:endParaRPr lang="en-US" altLang="en-US" sz="1600">
              <a:solidFill>
                <a:schemeClr val="tx1">
                  <a:lumMod val="85000"/>
                  <a:lumOff val="15000"/>
                </a:schemeClr>
              </a:solidFill>
              <a:sym typeface="+mn-ea"/>
            </a:endParaRPr>
          </a:p>
          <a:p>
            <a:pPr lvl="0" indent="0" algn="l" fontAlgn="auto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</a:pPr>
            <a:r>
              <a:rPr lang="zh-CN" altLang="en-US" sz="950" b="0">
                <a:solidFill>
                  <a:srgbClr val="6E8299"/>
                </a:solidFill>
                <a:latin typeface="微软雅黑"/>
                <a:ea typeface="微软雅黑"/>
                <a:cs typeface="微软雅黑"/>
                <a:sym typeface="+mn-ea"/>
              </a:rPr>
              <a:t>Video shooting and live streaming</a:t>
            </a:r>
            <a:endParaRPr lang="zh-CN" altLang="en-US" sz="1150">
              <a:solidFill>
                <a:srgbClr val="6E8299"/>
              </a:solidFill>
              <a:latin typeface="+mn-ea"/>
              <a:cs typeface="+mn-ea"/>
              <a:sym typeface="+mn-ea"/>
            </a:endParaRPr>
          </a:p>
        </p:txBody>
      </p:sp>
      <p:sp>
        <p:nvSpPr>
          <p:cNvPr id="72" name="圆角矩形 4"/>
          <p:cNvSpPr/>
          <p:nvPr/>
        </p:nvSpPr>
        <p:spPr>
          <a:xfrm>
            <a:off x="3474720" y="4473244"/>
            <a:ext cx="4142232" cy="817473"/>
          </a:xfrm>
          <a:prstGeom prst="roundRect">
            <a:avLst>
              <a:gd name="adj" fmla="val 50000"/>
            </a:avLst>
          </a:prstGeom>
          <a:solidFill>
            <a:srgbClr val="EBF0F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lIns="109728" tIns="0" rIns="109728" bIns="0" numCol="1" spcCol="0" rtlCol="0" fromWordArt="0" anchor="ctr" anchorCtr="0" forceAA="0" compatLnSpc="1">
            <a:noAutofit/>
          </a:bodyPr>
          <a:lstStyle/>
          <a:p>
            <a:pPr lvl="0" indent="0" algn="l" fontAlgn="auto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</a:pPr>
            <a:r>
              <a:rPr lang="en-US" altLang="en-US" sz="1200" b="0">
                <a:solidFill>
                  <a:srgbClr val="1F2329"/>
                </a:solidFill>
                <a:latin typeface="微软雅黑"/>
                <a:ea typeface="微软雅黑"/>
                <a:cs typeface="微软雅黑"/>
                <a:sym typeface="+mn-ea"/>
              </a:rPr>
              <a:t>套餐销售</a:t>
            </a:r>
            <a:endParaRPr lang="en-US" altLang="en-US" sz="1600">
              <a:solidFill>
                <a:schemeClr val="tx1">
                  <a:lumMod val="85000"/>
                  <a:lumOff val="15000"/>
                </a:schemeClr>
              </a:solidFill>
              <a:sym typeface="+mn-ea"/>
            </a:endParaRPr>
          </a:p>
          <a:p>
            <a:pPr lvl="0" indent="0" algn="l" fontAlgn="auto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</a:pPr>
            <a:r>
              <a:rPr lang="zh-CN" altLang="en-US" sz="950" b="0">
                <a:solidFill>
                  <a:srgbClr val="6E8299"/>
                </a:solidFill>
                <a:latin typeface="微软雅黑"/>
                <a:ea typeface="微软雅黑"/>
                <a:cs typeface="微软雅黑"/>
                <a:sym typeface="+mn-ea"/>
              </a:rPr>
              <a:t>Package selling</a:t>
            </a:r>
            <a:endParaRPr lang="zh-CN" altLang="en-US" sz="1150">
              <a:solidFill>
                <a:srgbClr val="6E8299"/>
              </a:solidFill>
              <a:latin typeface="+mn-ea"/>
              <a:cs typeface="+mn-ea"/>
              <a:sym typeface="+mn-ea"/>
            </a:endParaRPr>
          </a:p>
        </p:txBody>
      </p:sp>
      <p:sp>
        <p:nvSpPr>
          <p:cNvPr id="73" name="圆角矩形 8"/>
          <p:cNvSpPr/>
          <p:nvPr/>
        </p:nvSpPr>
        <p:spPr>
          <a:xfrm>
            <a:off x="3474720" y="3573475"/>
            <a:ext cx="4142232" cy="817473"/>
          </a:xfrm>
          <a:prstGeom prst="roundRect">
            <a:avLst>
              <a:gd name="adj" fmla="val 50000"/>
            </a:avLst>
          </a:prstGeom>
          <a:solidFill>
            <a:srgbClr val="EBF0F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lIns="109728" tIns="0" rIns="109728" bIns="0" numCol="1" spcCol="0" rtlCol="0" fromWordArt="0" anchor="ctr" anchorCtr="0" forceAA="0" compatLnSpc="1">
            <a:noAutofit/>
          </a:bodyPr>
          <a:lstStyle/>
          <a:p>
            <a:pPr lvl="0" indent="0" algn="l" fontAlgn="auto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</a:pPr>
            <a:r>
              <a:rPr lang="en-US" altLang="en-US" sz="1200" b="0">
                <a:solidFill>
                  <a:srgbClr val="1F2329"/>
                </a:solidFill>
                <a:latin typeface="微软雅黑"/>
                <a:ea typeface="微软雅黑"/>
                <a:cs typeface="微软雅黑"/>
                <a:sym typeface="+mn-ea"/>
              </a:rPr>
              <a:t>货品签收与到货验收</a:t>
            </a:r>
            <a:endParaRPr lang="en-US" altLang="en-US" sz="1600">
              <a:solidFill>
                <a:schemeClr val="tx1">
                  <a:lumMod val="85000"/>
                  <a:lumOff val="15000"/>
                </a:schemeClr>
              </a:solidFill>
              <a:sym typeface="+mn-ea"/>
            </a:endParaRPr>
          </a:p>
          <a:p>
            <a:pPr lvl="0" indent="0" algn="l" fontAlgn="auto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</a:pPr>
            <a:r>
              <a:rPr lang="zh-CN" altLang="en-US" sz="950" b="0">
                <a:solidFill>
                  <a:srgbClr val="6E8299"/>
                </a:solidFill>
                <a:latin typeface="微软雅黑"/>
                <a:ea typeface="微软雅黑"/>
                <a:cs typeface="微软雅黑"/>
                <a:sym typeface="+mn-ea"/>
              </a:rPr>
              <a:t>Goods receipt and acceptance check</a:t>
            </a:r>
            <a:endParaRPr lang="zh-CN" altLang="en-US" sz="1150">
              <a:solidFill>
                <a:srgbClr val="6E8299"/>
              </a:solidFill>
              <a:latin typeface="+mn-ea"/>
              <a:cs typeface="+mn-ea"/>
              <a:sym typeface="+mn-ea"/>
            </a:endParaRPr>
          </a:p>
        </p:txBody>
      </p:sp>
      <p:sp>
        <p:nvSpPr>
          <p:cNvPr id="74" name="圆角矩形 9"/>
          <p:cNvSpPr/>
          <p:nvPr/>
        </p:nvSpPr>
        <p:spPr>
          <a:xfrm>
            <a:off x="3474720" y="2673705"/>
            <a:ext cx="4142232" cy="817473"/>
          </a:xfrm>
          <a:prstGeom prst="roundRect">
            <a:avLst>
              <a:gd name="adj" fmla="val 50000"/>
            </a:avLst>
          </a:prstGeom>
          <a:solidFill>
            <a:srgbClr val="EBF0F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lIns="109728" tIns="0" rIns="109728" bIns="0" numCol="1" spcCol="0" rtlCol="0" fromWordArt="0" anchor="ctr" anchorCtr="0" forceAA="0" compatLnSpc="1">
            <a:noAutofit/>
          </a:bodyPr>
          <a:lstStyle/>
          <a:p>
            <a:pPr lvl="0" indent="0" algn="l" fontAlgn="auto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</a:pPr>
            <a:r>
              <a:rPr lang="en-US" altLang="en-US" sz="1200" b="0">
                <a:solidFill>
                  <a:srgbClr val="1F2329"/>
                </a:solidFill>
                <a:latin typeface="微软雅黑"/>
                <a:ea typeface="微软雅黑"/>
                <a:cs typeface="微软雅黑"/>
                <a:sym typeface="+mn-ea"/>
              </a:rPr>
              <a:t>收款、结算、送客</a:t>
            </a:r>
            <a:endParaRPr lang="en-US" altLang="en-US" sz="1600">
              <a:solidFill>
                <a:schemeClr val="tx1">
                  <a:lumMod val="85000"/>
                  <a:lumOff val="15000"/>
                </a:schemeClr>
              </a:solidFill>
              <a:sym typeface="+mn-ea"/>
            </a:endParaRPr>
          </a:p>
          <a:p>
            <a:pPr lvl="0" indent="0" algn="l" fontAlgn="auto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</a:pPr>
            <a:r>
              <a:rPr lang="zh-CN" altLang="en-US" sz="950" b="0">
                <a:solidFill>
                  <a:srgbClr val="6E8299"/>
                </a:solidFill>
                <a:latin typeface="微软雅黑"/>
                <a:ea typeface="微软雅黑"/>
                <a:cs typeface="微软雅黑"/>
                <a:sym typeface="+mn-ea"/>
              </a:rPr>
              <a:t>Cashiering, settlement and sending off</a:t>
            </a:r>
            <a:endParaRPr lang="zh-CN" altLang="en-US" sz="1150">
              <a:solidFill>
                <a:srgbClr val="6E8299"/>
              </a:solidFill>
              <a:latin typeface="+mn-ea"/>
              <a:cs typeface="+mn-ea"/>
              <a:sym typeface="+mn-ea"/>
            </a:endParaRPr>
          </a:p>
        </p:txBody>
      </p:sp>
      <p:sp>
        <p:nvSpPr>
          <p:cNvPr id="75" name="圆角矩形 35"/>
          <p:cNvSpPr/>
          <p:nvPr/>
        </p:nvSpPr>
        <p:spPr>
          <a:xfrm>
            <a:off x="603504" y="3643884"/>
            <a:ext cx="2743200" cy="67665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solidFill>
              <a:schemeClr val="accent1">
                <a:lumMod val="20000"/>
                <a:lumOff val="80000"/>
              </a:schemeClr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46304" tIns="0" rIns="146304" bIns="0" rtlCol="0" anchor="ctr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en-US" sz="800" b="0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+mn-ea"/>
              </a:rPr>
              <a:t>Receive &amp; Check</a:t>
            </a:r>
            <a:endParaRPr lang="zh-CN" altLang="en-US" sz="950">
              <a:solidFill>
                <a:schemeClr val="lt1">
                  <a:lumMod val="100000"/>
                </a:schemeClr>
              </a:solidFill>
              <a:latin typeface="+mn-ea"/>
              <a:cs typeface="+mn-ea"/>
              <a:sym typeface="+mn-ea"/>
            </a:endParaRP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en-US" sz="950" b="1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+mn-ea"/>
              </a:rPr>
              <a:t>签收验收</a:t>
            </a:r>
            <a:endParaRPr lang="zh-CN" altLang="en-US" sz="950">
              <a:solidFill>
                <a:schemeClr val="lt1">
                  <a:lumMod val="100000"/>
                </a:schemeClr>
              </a:solidFill>
              <a:latin typeface="+mn-ea"/>
              <a:cs typeface="+mn-ea"/>
              <a:sym typeface="+mn-ea"/>
            </a:endParaRPr>
          </a:p>
        </p:txBody>
      </p:sp>
      <p:sp>
        <p:nvSpPr>
          <p:cNvPr id="76" name="圆角矩形 35"/>
          <p:cNvSpPr/>
          <p:nvPr/>
        </p:nvSpPr>
        <p:spPr>
          <a:xfrm>
            <a:off x="603504" y="2744114"/>
            <a:ext cx="2743200" cy="67665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solidFill>
              <a:schemeClr val="accent1">
                <a:lumMod val="20000"/>
                <a:lumOff val="80000"/>
              </a:schemeClr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46304" tIns="0" rIns="146304" bIns="0" rtlCol="0" anchor="ctr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en-US" sz="800" b="0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+mn-ea"/>
              </a:rPr>
              <a:t>Settle &amp; Send Off</a:t>
            </a:r>
            <a:endParaRPr lang="zh-CN" altLang="en-US" sz="950">
              <a:solidFill>
                <a:schemeClr val="lt1">
                  <a:lumMod val="100000"/>
                </a:schemeClr>
              </a:solidFill>
              <a:latin typeface="+mn-ea"/>
              <a:cs typeface="+mn-ea"/>
              <a:sym typeface="+mn-ea"/>
            </a:endParaRP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en-US" sz="950" b="1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+mn-ea"/>
              </a:rPr>
              <a:t>结算送客</a:t>
            </a:r>
            <a:endParaRPr lang="zh-CN" altLang="en-US" sz="950">
              <a:solidFill>
                <a:schemeClr val="lt1">
                  <a:lumMod val="100000"/>
                </a:schemeClr>
              </a:solidFill>
              <a:latin typeface="+mn-ea"/>
              <a:cs typeface="+mn-ea"/>
              <a:sym typeface="+mn-ea"/>
            </a:endParaRPr>
          </a:p>
        </p:txBody>
      </p:sp>
      <p:sp>
        <p:nvSpPr>
          <p:cNvPr id="77" name="圆角矩形 35"/>
          <p:cNvSpPr/>
          <p:nvPr/>
        </p:nvSpPr>
        <p:spPr>
          <a:xfrm>
            <a:off x="603504" y="4543653"/>
            <a:ext cx="2743200" cy="67665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solidFill>
              <a:schemeClr val="accent1">
                <a:lumMod val="20000"/>
                <a:lumOff val="80000"/>
              </a:schemeClr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46304" tIns="0" rIns="146304" bIns="0" rtlCol="0" anchor="ctr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en-US" sz="800" b="0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+mn-ea"/>
              </a:rPr>
              <a:t>Package Sales</a:t>
            </a:r>
            <a:endParaRPr lang="zh-CN" altLang="en-US" sz="950">
              <a:solidFill>
                <a:schemeClr val="lt1">
                  <a:lumMod val="100000"/>
                </a:schemeClr>
              </a:solidFill>
              <a:latin typeface="+mn-ea"/>
              <a:cs typeface="+mn-ea"/>
              <a:sym typeface="+mn-ea"/>
            </a:endParaRP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en-US" sz="950" b="1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+mn-ea"/>
              </a:rPr>
              <a:t>套餐销售</a:t>
            </a:r>
            <a:endParaRPr lang="zh-CN" altLang="en-US" sz="950">
              <a:solidFill>
                <a:schemeClr val="lt1">
                  <a:lumMod val="100000"/>
                </a:schemeClr>
              </a:solidFill>
              <a:latin typeface="+mn-ea"/>
              <a:cs typeface="+mn-ea"/>
              <a:sym typeface="+mn-ea"/>
            </a:endParaRPr>
          </a:p>
        </p:txBody>
      </p:sp>
      <p:sp>
        <p:nvSpPr>
          <p:cNvPr id="78" name="圆角矩形 35"/>
          <p:cNvSpPr/>
          <p:nvPr/>
        </p:nvSpPr>
        <p:spPr>
          <a:xfrm>
            <a:off x="603504" y="5443423"/>
            <a:ext cx="2743200" cy="67665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solidFill>
              <a:schemeClr val="accent1">
                <a:lumMod val="20000"/>
                <a:lumOff val="80000"/>
              </a:schemeClr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46304" tIns="0" rIns="146304" bIns="0" rtlCol="0" anchor="ctr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en-US" sz="800" b="0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+mn-ea"/>
              </a:rPr>
              <a:t>Video &amp; Live</a:t>
            </a:r>
            <a:endParaRPr lang="zh-CN" altLang="en-US" sz="950">
              <a:solidFill>
                <a:schemeClr val="lt1">
                  <a:lumMod val="100000"/>
                </a:schemeClr>
              </a:solidFill>
              <a:latin typeface="+mn-ea"/>
              <a:cs typeface="+mn-ea"/>
              <a:sym typeface="+mn-ea"/>
            </a:endParaRP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en-US" sz="950" b="1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+mn-ea"/>
              </a:rPr>
              <a:t>拍摄直播</a:t>
            </a:r>
            <a:endParaRPr lang="zh-CN" altLang="en-US" sz="950">
              <a:solidFill>
                <a:schemeClr val="lt1">
                  <a:lumMod val="100000"/>
                </a:schemeClr>
              </a:solidFill>
              <a:latin typeface="+mn-ea"/>
              <a:cs typeface="+mn-ea"/>
              <a:sym typeface="+mn-ea"/>
            </a:endParaRPr>
          </a:p>
        </p:txBody>
      </p:sp>
      <p:sp>
        <p:nvSpPr>
          <p:cNvPr id="79" name="AutoShape 2"/>
          <p:cNvSpPr/>
          <p:nvPr/>
        </p:nvSpPr>
        <p:spPr>
          <a:xfrm>
            <a:off x="0" y="0"/>
            <a:ext cx="8812221" cy="566928"/>
          </a:xfrm>
          <a:prstGeom prst="roundRect">
            <a:avLst>
              <a:gd name="adj" fmla="val 0"/>
            </a:avLst>
          </a:prstGeom>
          <a:solidFill>
            <a:srgbClr val="ED1C29">
              <a:alpha val="100000"/>
            </a:srgbClr>
          </a:solidFill>
          <a:ln w="25400">
            <a:noFill/>
            <a:prstDash val="solid"/>
          </a:ln>
        </p:spPr>
        <p:txBody>
          <a:bodyPr lIns="63500" tIns="63500" rIns="63500" bIns="635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/>
            </a:pPr>
            <a:endParaRPr sz="1055" kern="0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80" name="AutoShape 3"/>
          <p:cNvSpPr/>
          <p:nvPr/>
        </p:nvSpPr>
        <p:spPr>
          <a:xfrm>
            <a:off x="8249792" y="0"/>
            <a:ext cx="2762864" cy="566928"/>
          </a:xfrm>
          <a:prstGeom prst="parallelogram">
            <a:avLst/>
          </a:prstGeom>
          <a:solidFill>
            <a:srgbClr val="005AA9">
              <a:alpha val="100000"/>
            </a:srgbClr>
          </a:solidFill>
          <a:ln w="25400">
            <a:noFill/>
            <a:prstDash val="solid"/>
          </a:ln>
        </p:spPr>
        <p:txBody>
          <a:bodyPr lIns="63500" tIns="63500" rIns="63500" bIns="635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/>
            </a:pPr>
            <a:endParaRPr sz="1055" kern="0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81" name="AutoShape 4"/>
          <p:cNvSpPr/>
          <p:nvPr/>
        </p:nvSpPr>
        <p:spPr>
          <a:xfrm>
            <a:off x="8588375" y="0"/>
            <a:ext cx="3603625" cy="566928"/>
          </a:xfrm>
          <a:prstGeom prst="roundRect">
            <a:avLst>
              <a:gd name="adj" fmla="val 0"/>
            </a:avLst>
          </a:prstGeom>
          <a:solidFill>
            <a:srgbClr val="005AA9">
              <a:alpha val="100000"/>
            </a:srgbClr>
          </a:solidFill>
          <a:ln w="25400">
            <a:noFill/>
            <a:prstDash val="solid"/>
          </a:ln>
        </p:spPr>
        <p:txBody>
          <a:bodyPr lIns="63500" tIns="63500" rIns="63500" bIns="635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/>
            </a:pPr>
            <a:endParaRPr sz="1055" kern="0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pic>
        <p:nvPicPr>
          <p:cNvPr id="82" name="Picture 5"/>
          <p:cNvPicPr>
            <a:picLocks noChangeAspect="1"/>
          </p:cNvPicPr>
          <p:nvPr/>
        </p:nvPicPr>
        <p:blipFill>
          <a:blip r:embed="rId3"/>
          <a:srcRect t="36978" b="45732"/>
          <a:stretch>
            <a:fillRect/>
          </a:stretch>
        </p:blipFill>
        <p:spPr>
          <a:xfrm>
            <a:off x="9364524" y="139920"/>
            <a:ext cx="1549829" cy="267948"/>
          </a:xfrm>
          <a:prstGeom prst="roundRect">
            <a:avLst>
              <a:gd name="adj" fmla="val 0"/>
            </a:avLst>
          </a:prstGeom>
          <a:ln>
            <a:noFill/>
            <a:prstDash val="solid"/>
          </a:ln>
        </p:spPr>
      </p:pic>
      <p:sp>
        <p:nvSpPr>
          <p:cNvPr id="83" name="AutoShape 1"/>
          <p:cNvSpPr/>
          <p:nvPr/>
        </p:nvSpPr>
        <p:spPr>
          <a:xfrm>
            <a:off x="0" y="6473952"/>
            <a:ext cx="8812221" cy="384048"/>
          </a:xfrm>
          <a:prstGeom prst="roundRect">
            <a:avLst>
              <a:gd name="adj" fmla="val 0"/>
            </a:avLst>
          </a:prstGeom>
          <a:solidFill>
            <a:srgbClr val="ED1C29">
              <a:alpha val="100000"/>
            </a:srgbClr>
          </a:solidFill>
          <a:ln w="25400">
            <a:noFill/>
            <a:prstDash val="solid"/>
          </a:ln>
        </p:spPr>
        <p:txBody>
          <a:bodyPr lIns="63500" tIns="63500" rIns="63500" bIns="635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/>
            </a:pPr>
            <a:endParaRPr sz="1010" kern="0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84" name="AutoShape 2"/>
          <p:cNvSpPr/>
          <p:nvPr/>
        </p:nvSpPr>
        <p:spPr>
          <a:xfrm>
            <a:off x="665034" y="6569556"/>
            <a:ext cx="4749800" cy="192841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0" tIns="6350" rIns="0" bIns="0" rtlCol="0" anchor="t">
            <a:spAutoFit/>
          </a:bodyPr>
          <a:lstStyle/>
          <a:p>
            <a:pPr marL="1270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230" b="0" i="0" u="none" strike="noStrike" kern="0">
                <a:solidFill>
                  <a:srgbClr val="FFFFFF"/>
                </a:solidFill>
                <a:latin typeface="Arial" panose="020B0604020202020204"/>
                <a:ea typeface="微软雅黑" panose="020B0503020204020204" charset="-122"/>
                <a:cs typeface="Inter 18pt SemiBold"/>
                <a:sym typeface="Inter 18pt SemiBold"/>
              </a:rPr>
              <a:t>Your Neighbourhood Auto Care Expert</a:t>
            </a:r>
            <a:endParaRPr lang="en-US" sz="1230" b="0" i="0" u="none" strike="noStrike" kern="0">
              <a:solidFill>
                <a:srgbClr val="FFFFFF"/>
              </a:solidFill>
              <a:latin typeface="Arial" panose="020B0604020202020204"/>
              <a:ea typeface="微软雅黑" panose="020B0503020204020204" charset="-122"/>
              <a:cs typeface="Inter 18pt SemiBold"/>
              <a:sym typeface="Inter 18pt SemiBold"/>
            </a:endParaRPr>
          </a:p>
        </p:txBody>
      </p:sp>
      <p:sp>
        <p:nvSpPr>
          <p:cNvPr id="85" name="AutoShape 3"/>
          <p:cNvSpPr/>
          <p:nvPr/>
        </p:nvSpPr>
        <p:spPr>
          <a:xfrm>
            <a:off x="8249792" y="6473952"/>
            <a:ext cx="2762864" cy="384048"/>
          </a:xfrm>
          <a:prstGeom prst="parallelogram">
            <a:avLst/>
          </a:prstGeom>
          <a:solidFill>
            <a:srgbClr val="005AA9">
              <a:alpha val="100000"/>
            </a:srgbClr>
          </a:solidFill>
          <a:ln w="25400">
            <a:noFill/>
            <a:prstDash val="solid"/>
          </a:ln>
        </p:spPr>
        <p:txBody>
          <a:bodyPr lIns="63500" tIns="63500" rIns="63500" bIns="635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/>
            </a:pPr>
            <a:endParaRPr sz="1010" kern="0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86" name="AutoShape 4"/>
          <p:cNvSpPr/>
          <p:nvPr/>
        </p:nvSpPr>
        <p:spPr>
          <a:xfrm>
            <a:off x="8588375" y="6473952"/>
            <a:ext cx="3603625" cy="384048"/>
          </a:xfrm>
          <a:prstGeom prst="roundRect">
            <a:avLst>
              <a:gd name="adj" fmla="val 0"/>
            </a:avLst>
          </a:prstGeom>
          <a:solidFill>
            <a:srgbClr val="005AA9">
              <a:alpha val="100000"/>
            </a:srgbClr>
          </a:solidFill>
          <a:ln w="25400">
            <a:noFill/>
            <a:prstDash val="solid"/>
          </a:ln>
        </p:spPr>
        <p:txBody>
          <a:bodyPr lIns="63500" tIns="63500" rIns="63500" bIns="635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/>
            </a:pPr>
            <a:endParaRPr sz="1010" kern="0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87" name="AutoShape 6"/>
          <p:cNvSpPr/>
          <p:nvPr/>
        </p:nvSpPr>
        <p:spPr>
          <a:xfrm>
            <a:off x="8936037" y="6569556"/>
            <a:ext cx="2908300" cy="192841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0" tIns="6350" rIns="0" bIns="0" rtlCol="0" anchor="t">
            <a:spAutoFit/>
          </a:bodyPr>
          <a:lstStyle/>
          <a:p>
            <a:pPr marL="1270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230" b="0" i="0" u="none" strike="noStrike" kern="0">
                <a:solidFill>
                  <a:srgbClr val="FFFFFF"/>
                </a:solidFill>
                <a:latin typeface="Arial" panose="020B0604020202020204"/>
                <a:ea typeface="微软雅黑" panose="020B0503020204020204" charset="-122"/>
                <a:cs typeface="Inter 18pt SemiBold"/>
                <a:sym typeface="Inter 18pt SemiBold"/>
                <a:hlinkClick r:id="rId3" tooltip="https://www.servauto.com.my/"/>
              </a:rPr>
              <a:t>www.servauto.com.my</a:t>
            </a:r>
            <a:endParaRPr lang="en-US" sz="1230" b="0" i="0" u="none" strike="noStrike" kern="0">
              <a:solidFill>
                <a:srgbClr val="FFFFFF"/>
              </a:solidFill>
              <a:latin typeface="Arial" panose="020B0604020202020204"/>
              <a:ea typeface="微软雅黑" panose="020B0503020204020204" charset="-122"/>
              <a:cs typeface="Inter 18pt SemiBold"/>
              <a:sym typeface="Inter 18pt SemiBold"/>
              <a:hlinkClick r:id="rId3" tooltip="https://www.servauto.com.my/"/>
            </a:endParaRPr>
          </a:p>
        </p:txBody>
      </p:sp>
      <p:sp>
        <p:nvSpPr>
          <p:cNvPr id="88" name="TextBox 87"/>
          <p:cNvSpPr txBox="1"/>
          <p:nvPr/>
        </p:nvSpPr>
        <p:spPr>
          <a:xfrm>
            <a:off x="667512" y="82296"/>
            <a:ext cx="841248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ServAuto 服务顾问培训 | Service Advisor Training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12648" y="585216"/>
            <a:ext cx="1097280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500" b="1">
                <a:solidFill>
                  <a:srgbClr val="0B1D35"/>
                </a:solidFill>
                <a:latin typeface="微软雅黑"/>
                <a:ea typeface="微软雅黑"/>
                <a:cs typeface="微软雅黑"/>
              </a:rPr>
              <a:t>What the Front Desk Owns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612648" y="1060704"/>
            <a:ext cx="10972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6E8299"/>
                </a:solidFill>
                <a:latin typeface="微软雅黑"/>
                <a:ea typeface="微软雅黑"/>
                <a:cs typeface="微软雅黑"/>
              </a:rPr>
              <a:t>前台承担的核心职责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612648" y="1371600"/>
            <a:ext cx="10972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ED1C29"/>
                </a:solidFill>
                <a:latin typeface="微软雅黑"/>
                <a:ea typeface="微软雅黑"/>
                <a:cs typeface="微软雅黑"/>
              </a:rPr>
              <a:t>第 5 项为硬性要求 · Item 5 is MANDATORY</a:t>
            </a:r>
          </a:p>
        </p:txBody>
      </p:sp>
      <p:sp>
        <p:nvSpPr>
          <p:cNvPr id="92" name="Rectangle 91"/>
          <p:cNvSpPr/>
          <p:nvPr/>
        </p:nvSpPr>
        <p:spPr>
          <a:xfrm>
            <a:off x="612648" y="1682496"/>
            <a:ext cx="10972800" cy="29260"/>
          </a:xfrm>
          <a:prstGeom prst="rect">
            <a:avLst/>
          </a:prstGeom>
          <a:solidFill>
            <a:srgbClr val="ED1C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68" name="图片 3" descr="/data/temp/31c83b1c-a9fe-11f0-88da-76af0e732785.jpg@base@tag=imgScale&amp;m=1&amp;w=932&amp;h=1264&amp;q=9531c83b1c-a9fe-11f0-88da-76af0e732785"/>
          <p:cNvPicPr>
            <a:picLocks noChangeAspect="1"/>
          </p:cNvPicPr>
          <p:nvPr/>
        </p:nvPicPr>
        <p:blipFill>
          <a:blip r:embed="rId4"/>
          <a:srcRect l="13078" r="13157"/>
          <a:stretch>
            <a:fillRect/>
          </a:stretch>
        </p:blipFill>
        <p:spPr>
          <a:xfrm>
            <a:off x="7626096" y="1847088"/>
            <a:ext cx="3968496" cy="4315968"/>
          </a:xfrm>
          <a:prstGeom prst="round1Rect">
            <a:avLst>
              <a:gd name="adj" fmla="val 39814"/>
            </a:avLst>
          </a:prstGeom>
          <a:solidFill>
            <a:schemeClr val="accent1">
              <a:alpha val="15000"/>
            </a:schemeClr>
          </a:solidFill>
          <a:ln w="9525" cap="flat" cmpd="sng" algn="ctr">
            <a:solidFill>
              <a:schemeClr val="accent1">
                <a:lumMod val="100000"/>
                <a:alpha val="15000"/>
              </a:schemeClr>
            </a:solidFill>
            <a:prstDash val="solid"/>
            <a:round/>
            <a:headEnd type="none" w="med" len="med"/>
            <a:tailEnd type="none" w="med" len="med"/>
          </a:ln>
          <a:effectLst>
            <a:outerShdw blurRad="203200" dist="38100" dir="2700000" algn="tl" rotWithShape="0">
              <a:schemeClr val="accent1">
                <a:alpha val="60000"/>
              </a:schemeClr>
            </a:outerShdw>
          </a:effectLst>
        </p:spPr>
      </p:pic>
      <p:sp>
        <p:nvSpPr>
          <p:cNvPr id="79" name="AutoShape 2"/>
          <p:cNvSpPr/>
          <p:nvPr/>
        </p:nvSpPr>
        <p:spPr>
          <a:xfrm>
            <a:off x="0" y="0"/>
            <a:ext cx="8812221" cy="566928"/>
          </a:xfrm>
          <a:prstGeom prst="roundRect">
            <a:avLst>
              <a:gd name="adj" fmla="val 0"/>
            </a:avLst>
          </a:prstGeom>
          <a:solidFill>
            <a:srgbClr val="ED1C29">
              <a:alpha val="100000"/>
            </a:srgbClr>
          </a:solidFill>
          <a:ln w="25400">
            <a:noFill/>
            <a:prstDash val="solid"/>
          </a:ln>
        </p:spPr>
        <p:txBody>
          <a:bodyPr lIns="63500" tIns="63500" rIns="63500" bIns="635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/>
            </a:pPr>
            <a:endParaRPr sz="1055" kern="0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80" name="AutoShape 3"/>
          <p:cNvSpPr/>
          <p:nvPr/>
        </p:nvSpPr>
        <p:spPr>
          <a:xfrm>
            <a:off x="8249792" y="0"/>
            <a:ext cx="2762864" cy="566928"/>
          </a:xfrm>
          <a:prstGeom prst="parallelogram">
            <a:avLst/>
          </a:prstGeom>
          <a:solidFill>
            <a:srgbClr val="005AA9">
              <a:alpha val="100000"/>
            </a:srgbClr>
          </a:solidFill>
          <a:ln w="25400">
            <a:noFill/>
            <a:prstDash val="solid"/>
          </a:ln>
        </p:spPr>
        <p:txBody>
          <a:bodyPr lIns="63500" tIns="63500" rIns="63500" bIns="635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/>
            </a:pPr>
            <a:endParaRPr sz="1055" kern="0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81" name="AutoShape 4"/>
          <p:cNvSpPr/>
          <p:nvPr/>
        </p:nvSpPr>
        <p:spPr>
          <a:xfrm>
            <a:off x="8588375" y="0"/>
            <a:ext cx="3603625" cy="566928"/>
          </a:xfrm>
          <a:prstGeom prst="roundRect">
            <a:avLst>
              <a:gd name="adj" fmla="val 0"/>
            </a:avLst>
          </a:prstGeom>
          <a:solidFill>
            <a:srgbClr val="005AA9">
              <a:alpha val="100000"/>
            </a:srgbClr>
          </a:solidFill>
          <a:ln w="25400">
            <a:noFill/>
            <a:prstDash val="solid"/>
          </a:ln>
        </p:spPr>
        <p:txBody>
          <a:bodyPr lIns="63500" tIns="63500" rIns="63500" bIns="635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/>
            </a:pPr>
            <a:endParaRPr sz="1055" kern="0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pic>
        <p:nvPicPr>
          <p:cNvPr id="82" name="Picture 5"/>
          <p:cNvPicPr>
            <a:picLocks noChangeAspect="1"/>
          </p:cNvPicPr>
          <p:nvPr/>
        </p:nvPicPr>
        <p:blipFill>
          <a:blip r:embed="rId3"/>
          <a:srcRect t="36978" b="45732"/>
          <a:stretch>
            <a:fillRect/>
          </a:stretch>
        </p:blipFill>
        <p:spPr>
          <a:xfrm>
            <a:off x="9364524" y="139920"/>
            <a:ext cx="1549829" cy="267948"/>
          </a:xfrm>
          <a:prstGeom prst="roundRect">
            <a:avLst>
              <a:gd name="adj" fmla="val 0"/>
            </a:avLst>
          </a:prstGeom>
          <a:ln>
            <a:noFill/>
            <a:prstDash val="solid"/>
          </a:ln>
        </p:spPr>
      </p:pic>
      <p:sp>
        <p:nvSpPr>
          <p:cNvPr id="83" name="AutoShape 1"/>
          <p:cNvSpPr/>
          <p:nvPr/>
        </p:nvSpPr>
        <p:spPr>
          <a:xfrm>
            <a:off x="0" y="6473952"/>
            <a:ext cx="8812221" cy="384048"/>
          </a:xfrm>
          <a:prstGeom prst="roundRect">
            <a:avLst>
              <a:gd name="adj" fmla="val 0"/>
            </a:avLst>
          </a:prstGeom>
          <a:solidFill>
            <a:srgbClr val="ED1C29">
              <a:alpha val="100000"/>
            </a:srgbClr>
          </a:solidFill>
          <a:ln w="25400">
            <a:noFill/>
            <a:prstDash val="solid"/>
          </a:ln>
        </p:spPr>
        <p:txBody>
          <a:bodyPr lIns="63500" tIns="63500" rIns="63500" bIns="635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/>
            </a:pPr>
            <a:endParaRPr sz="1010" kern="0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84" name="AutoShape 2"/>
          <p:cNvSpPr/>
          <p:nvPr/>
        </p:nvSpPr>
        <p:spPr>
          <a:xfrm>
            <a:off x="665034" y="6569556"/>
            <a:ext cx="4749800" cy="192841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0" tIns="6350" rIns="0" bIns="0" rtlCol="0" anchor="t">
            <a:spAutoFit/>
          </a:bodyPr>
          <a:lstStyle/>
          <a:p>
            <a:pPr marL="1270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230" b="0" i="0" u="none" strike="noStrike" kern="0">
                <a:solidFill>
                  <a:srgbClr val="FFFFFF"/>
                </a:solidFill>
                <a:latin typeface="Arial" panose="020B0604020202020204"/>
                <a:ea typeface="微软雅黑" panose="020B0503020204020204" charset="-122"/>
                <a:cs typeface="Inter 18pt SemiBold"/>
                <a:sym typeface="Inter 18pt SemiBold"/>
              </a:rPr>
              <a:t>Your Neighbourhood Auto Care Expert</a:t>
            </a:r>
            <a:endParaRPr lang="en-US" sz="1230" b="0" i="0" u="none" strike="noStrike" kern="0">
              <a:solidFill>
                <a:srgbClr val="FFFFFF"/>
              </a:solidFill>
              <a:latin typeface="Arial" panose="020B0604020202020204"/>
              <a:ea typeface="微软雅黑" panose="020B0503020204020204" charset="-122"/>
              <a:cs typeface="Inter 18pt SemiBold"/>
              <a:sym typeface="Inter 18pt SemiBold"/>
            </a:endParaRPr>
          </a:p>
        </p:txBody>
      </p:sp>
      <p:sp>
        <p:nvSpPr>
          <p:cNvPr id="85" name="AutoShape 3"/>
          <p:cNvSpPr/>
          <p:nvPr/>
        </p:nvSpPr>
        <p:spPr>
          <a:xfrm>
            <a:off x="8249792" y="6473952"/>
            <a:ext cx="2762864" cy="384048"/>
          </a:xfrm>
          <a:prstGeom prst="parallelogram">
            <a:avLst/>
          </a:prstGeom>
          <a:solidFill>
            <a:srgbClr val="005AA9">
              <a:alpha val="100000"/>
            </a:srgbClr>
          </a:solidFill>
          <a:ln w="25400">
            <a:noFill/>
            <a:prstDash val="solid"/>
          </a:ln>
        </p:spPr>
        <p:txBody>
          <a:bodyPr lIns="63500" tIns="63500" rIns="63500" bIns="635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/>
            </a:pPr>
            <a:endParaRPr sz="1010" kern="0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86" name="AutoShape 4"/>
          <p:cNvSpPr/>
          <p:nvPr/>
        </p:nvSpPr>
        <p:spPr>
          <a:xfrm>
            <a:off x="8588375" y="6473952"/>
            <a:ext cx="3603625" cy="384048"/>
          </a:xfrm>
          <a:prstGeom prst="roundRect">
            <a:avLst>
              <a:gd name="adj" fmla="val 0"/>
            </a:avLst>
          </a:prstGeom>
          <a:solidFill>
            <a:srgbClr val="005AA9">
              <a:alpha val="100000"/>
            </a:srgbClr>
          </a:solidFill>
          <a:ln w="25400">
            <a:noFill/>
            <a:prstDash val="solid"/>
          </a:ln>
        </p:spPr>
        <p:txBody>
          <a:bodyPr lIns="63500" tIns="63500" rIns="63500" bIns="635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/>
            </a:pPr>
            <a:endParaRPr sz="1010" kern="0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87" name="AutoShape 6"/>
          <p:cNvSpPr/>
          <p:nvPr/>
        </p:nvSpPr>
        <p:spPr>
          <a:xfrm>
            <a:off x="8936037" y="6569556"/>
            <a:ext cx="2908300" cy="192841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0" tIns="6350" rIns="0" bIns="0" rtlCol="0" anchor="t">
            <a:spAutoFit/>
          </a:bodyPr>
          <a:lstStyle/>
          <a:p>
            <a:pPr marL="1270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230" b="0" i="0" u="none" strike="noStrike" kern="0">
                <a:solidFill>
                  <a:srgbClr val="FFFFFF"/>
                </a:solidFill>
                <a:latin typeface="Arial" panose="020B0604020202020204"/>
                <a:ea typeface="微软雅黑" panose="020B0503020204020204" charset="-122"/>
                <a:cs typeface="Inter 18pt SemiBold"/>
                <a:sym typeface="Inter 18pt SemiBold"/>
                <a:hlinkClick r:id="rId3" tooltip="https://www.servauto.com.my/"/>
              </a:rPr>
              <a:t>www.servauto.com.my</a:t>
            </a:r>
            <a:endParaRPr lang="en-US" sz="1230" b="0" i="0" u="none" strike="noStrike" kern="0">
              <a:solidFill>
                <a:srgbClr val="FFFFFF"/>
              </a:solidFill>
              <a:latin typeface="Arial" panose="020B0604020202020204"/>
              <a:ea typeface="微软雅黑" panose="020B0503020204020204" charset="-122"/>
              <a:cs typeface="Inter 18pt SemiBold"/>
              <a:sym typeface="Inter 18pt SemiBold"/>
              <a:hlinkClick r:id="rId3" tooltip="https://www.servauto.com.my/"/>
            </a:endParaRPr>
          </a:p>
        </p:txBody>
      </p:sp>
      <p:sp>
        <p:nvSpPr>
          <p:cNvPr id="88" name="TextBox 87"/>
          <p:cNvSpPr txBox="1"/>
          <p:nvPr/>
        </p:nvSpPr>
        <p:spPr>
          <a:xfrm>
            <a:off x="667512" y="82296"/>
            <a:ext cx="841248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ServAuto 服务顾问培训 | Service Advisor Training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12648" y="585216"/>
            <a:ext cx="1097280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500" b="1">
                <a:solidFill>
                  <a:srgbClr val="0B1D35"/>
                </a:solidFill>
                <a:latin typeface="微软雅黑"/>
                <a:ea typeface="微软雅黑"/>
                <a:cs typeface="微软雅黑"/>
              </a:rPr>
              <a:t>Eight Competency Domains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612648" y="1060704"/>
            <a:ext cx="10972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6E8299"/>
                </a:solidFill>
                <a:latin typeface="微软雅黑"/>
                <a:ea typeface="微软雅黑"/>
                <a:cs typeface="微软雅黑"/>
              </a:rPr>
              <a:t>八大能力域（初级权重）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612648" y="1371600"/>
            <a:ext cx="10972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ED1C29"/>
                </a:solidFill>
                <a:latin typeface="微软雅黑"/>
                <a:ea typeface="微软雅黑"/>
                <a:cs typeface="微软雅黑"/>
              </a:rPr>
              <a:t>初级权重，合计 100% · Junior weights, total 100%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612648" y="1682496"/>
            <a:ext cx="10972800" cy="29260"/>
          </a:xfrm>
          <a:prstGeom prst="rect">
            <a:avLst/>
          </a:prstGeom>
          <a:solidFill>
            <a:srgbClr val="ED1C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621792" y="1977390"/>
            <a:ext cx="27889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0B1D35"/>
                </a:solidFill>
                <a:latin typeface="微软雅黑"/>
                <a:ea typeface="微软雅黑"/>
                <a:cs typeface="微软雅黑"/>
              </a:rPr>
              <a:t>Image &amp; Etiquette</a:t>
            </a:r>
          </a:p>
          <a:p>
            <a:pPr algn="l">
              <a:lnSpc>
                <a:spcPct val="100000"/>
              </a:lnSpc>
            </a:pPr>
            <a:r>
              <a:rPr sz="850" b="0">
                <a:solidFill>
                  <a:srgbClr val="6E8299"/>
                </a:solidFill>
                <a:latin typeface="微软雅黑"/>
                <a:ea typeface="微软雅黑"/>
                <a:cs typeface="微软雅黑"/>
              </a:rPr>
              <a:t>形象礼仪与门店规范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3529584" y="2041398"/>
            <a:ext cx="2615184" cy="219456"/>
          </a:xfrm>
          <a:prstGeom prst="roundRect">
            <a:avLst>
              <a:gd name="adj" fmla="val 50000"/>
            </a:avLst>
          </a:prstGeom>
          <a:solidFill>
            <a:srgbClr val="EB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ounded Rectangle 94"/>
          <p:cNvSpPr/>
          <p:nvPr/>
        </p:nvSpPr>
        <p:spPr>
          <a:xfrm>
            <a:off x="3529584" y="2041398"/>
            <a:ext cx="1255288" cy="219456"/>
          </a:xfrm>
          <a:prstGeom prst="roundRect">
            <a:avLst>
              <a:gd name="adj" fmla="val 50000"/>
            </a:avLst>
          </a:prstGeom>
          <a:solidFill>
            <a:srgbClr val="005A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6272783" y="1959102"/>
            <a:ext cx="71323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500" b="1">
                <a:solidFill>
                  <a:srgbClr val="005AA9"/>
                </a:solidFill>
                <a:latin typeface="微软雅黑"/>
                <a:ea typeface="微软雅黑"/>
                <a:cs typeface="微软雅黑"/>
              </a:rPr>
              <a:t>12%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621792" y="2512314"/>
            <a:ext cx="27889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0B1D35"/>
                </a:solidFill>
                <a:latin typeface="微软雅黑"/>
                <a:ea typeface="微软雅黑"/>
                <a:cs typeface="微软雅黑"/>
              </a:rPr>
              <a:t>Reception &amp; Process</a:t>
            </a:r>
          </a:p>
          <a:p>
            <a:pPr algn="l">
              <a:lnSpc>
                <a:spcPct val="100000"/>
              </a:lnSpc>
            </a:pPr>
            <a:r>
              <a:rPr sz="850" b="0">
                <a:solidFill>
                  <a:srgbClr val="6E8299"/>
                </a:solidFill>
                <a:latin typeface="微软雅黑"/>
                <a:ea typeface="微软雅黑"/>
                <a:cs typeface="微软雅黑"/>
              </a:rPr>
              <a:t>接待服务与流程执行（主轴）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3529584" y="2576322"/>
            <a:ext cx="2615184" cy="219456"/>
          </a:xfrm>
          <a:prstGeom prst="roundRect">
            <a:avLst>
              <a:gd name="adj" fmla="val 50000"/>
            </a:avLst>
          </a:prstGeom>
          <a:solidFill>
            <a:srgbClr val="EB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ounded Rectangle 98"/>
          <p:cNvSpPr/>
          <p:nvPr/>
        </p:nvSpPr>
        <p:spPr>
          <a:xfrm>
            <a:off x="3529584" y="2576322"/>
            <a:ext cx="2615184" cy="219456"/>
          </a:xfrm>
          <a:prstGeom prst="roundRect">
            <a:avLst>
              <a:gd name="adj" fmla="val 50000"/>
            </a:avLst>
          </a:prstGeom>
          <a:solidFill>
            <a:srgbClr val="ED1C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6272783" y="2494026"/>
            <a:ext cx="71323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500" b="1">
                <a:solidFill>
                  <a:srgbClr val="ED1C29"/>
                </a:solidFill>
                <a:latin typeface="微软雅黑"/>
                <a:ea typeface="微软雅黑"/>
                <a:cs typeface="微软雅黑"/>
              </a:rPr>
              <a:t>25%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621792" y="3047238"/>
            <a:ext cx="27889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0B1D35"/>
                </a:solidFill>
                <a:latin typeface="微软雅黑"/>
                <a:ea typeface="微软雅黑"/>
                <a:cs typeface="微软雅黑"/>
              </a:rPr>
              <a:t>Product &amp; Package Knowledge</a:t>
            </a:r>
          </a:p>
          <a:p>
            <a:pPr algn="l">
              <a:lnSpc>
                <a:spcPct val="100000"/>
              </a:lnSpc>
            </a:pPr>
            <a:r>
              <a:rPr sz="850" b="0">
                <a:solidFill>
                  <a:srgbClr val="6E8299"/>
                </a:solidFill>
                <a:latin typeface="微软雅黑"/>
                <a:ea typeface="微软雅黑"/>
                <a:cs typeface="微软雅黑"/>
              </a:rPr>
              <a:t>产品、项目与套餐知识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3529584" y="3111246"/>
            <a:ext cx="2615184" cy="219456"/>
          </a:xfrm>
          <a:prstGeom prst="roundRect">
            <a:avLst>
              <a:gd name="adj" fmla="val 50000"/>
            </a:avLst>
          </a:prstGeom>
          <a:solidFill>
            <a:srgbClr val="EB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ounded Rectangle 102"/>
          <p:cNvSpPr/>
          <p:nvPr/>
        </p:nvSpPr>
        <p:spPr>
          <a:xfrm>
            <a:off x="3529584" y="3111246"/>
            <a:ext cx="1569110" cy="219456"/>
          </a:xfrm>
          <a:prstGeom prst="roundRect">
            <a:avLst>
              <a:gd name="adj" fmla="val 50000"/>
            </a:avLst>
          </a:prstGeom>
          <a:solidFill>
            <a:srgbClr val="005A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6272783" y="3028950"/>
            <a:ext cx="71323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500" b="1">
                <a:solidFill>
                  <a:srgbClr val="005AA9"/>
                </a:solidFill>
                <a:latin typeface="微软雅黑"/>
                <a:ea typeface="微软雅黑"/>
                <a:cs typeface="微软雅黑"/>
              </a:rPr>
              <a:t>15%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621792" y="3582162"/>
            <a:ext cx="27889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0B1D35"/>
                </a:solidFill>
                <a:latin typeface="微软雅黑"/>
                <a:ea typeface="微软雅黑"/>
                <a:cs typeface="微软雅黑"/>
              </a:rPr>
              <a:t>Package Selling</a:t>
            </a:r>
          </a:p>
          <a:p>
            <a:pPr algn="l">
              <a:lnSpc>
                <a:spcPct val="100000"/>
              </a:lnSpc>
            </a:pPr>
            <a:r>
              <a:rPr sz="850" b="0">
                <a:solidFill>
                  <a:srgbClr val="6E8299"/>
                </a:solidFill>
                <a:latin typeface="微软雅黑"/>
                <a:ea typeface="微软雅黑"/>
                <a:cs typeface="微软雅黑"/>
              </a:rPr>
              <a:t>套餐销售（仅限套餐）</a:t>
            </a:r>
          </a:p>
        </p:txBody>
      </p:sp>
      <p:sp>
        <p:nvSpPr>
          <p:cNvPr id="106" name="Rounded Rectangle 105"/>
          <p:cNvSpPr/>
          <p:nvPr/>
        </p:nvSpPr>
        <p:spPr>
          <a:xfrm>
            <a:off x="3529584" y="3646170"/>
            <a:ext cx="2615184" cy="219456"/>
          </a:xfrm>
          <a:prstGeom prst="roundRect">
            <a:avLst>
              <a:gd name="adj" fmla="val 50000"/>
            </a:avLst>
          </a:prstGeom>
          <a:solidFill>
            <a:srgbClr val="EB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ounded Rectangle 106"/>
          <p:cNvSpPr/>
          <p:nvPr/>
        </p:nvSpPr>
        <p:spPr>
          <a:xfrm>
            <a:off x="3529584" y="3646170"/>
            <a:ext cx="1255288" cy="219456"/>
          </a:xfrm>
          <a:prstGeom prst="roundRect">
            <a:avLst>
              <a:gd name="adj" fmla="val 50000"/>
            </a:avLst>
          </a:prstGeom>
          <a:solidFill>
            <a:srgbClr val="005A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6272783" y="3563874"/>
            <a:ext cx="71323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500" b="1">
                <a:solidFill>
                  <a:srgbClr val="005AA9"/>
                </a:solidFill>
                <a:latin typeface="微软雅黑"/>
                <a:ea typeface="微软雅黑"/>
                <a:cs typeface="微软雅黑"/>
              </a:rPr>
              <a:t>12%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21792" y="4117086"/>
            <a:ext cx="27889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0B1D35"/>
                </a:solidFill>
                <a:latin typeface="微软雅黑"/>
                <a:ea typeface="微软雅黑"/>
                <a:cs typeface="微软雅黑"/>
              </a:rPr>
              <a:t>Cashiering &amp; Goods Receipt</a:t>
            </a:r>
          </a:p>
          <a:p>
            <a:pPr algn="l">
              <a:lnSpc>
                <a:spcPct val="100000"/>
              </a:lnSpc>
            </a:pPr>
            <a:r>
              <a:rPr sz="850" b="0">
                <a:solidFill>
                  <a:srgbClr val="6E8299"/>
                </a:solidFill>
                <a:latin typeface="微软雅黑"/>
                <a:ea typeface="微软雅黑"/>
                <a:cs typeface="微软雅黑"/>
              </a:rPr>
              <a:t>收银结算与货品签收</a:t>
            </a:r>
          </a:p>
        </p:txBody>
      </p:sp>
      <p:sp>
        <p:nvSpPr>
          <p:cNvPr id="110" name="Rounded Rectangle 109"/>
          <p:cNvSpPr/>
          <p:nvPr/>
        </p:nvSpPr>
        <p:spPr>
          <a:xfrm>
            <a:off x="3529584" y="4181094"/>
            <a:ext cx="2615184" cy="219456"/>
          </a:xfrm>
          <a:prstGeom prst="roundRect">
            <a:avLst>
              <a:gd name="adj" fmla="val 50000"/>
            </a:avLst>
          </a:prstGeom>
          <a:solidFill>
            <a:srgbClr val="EB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ounded Rectangle 110"/>
          <p:cNvSpPr/>
          <p:nvPr/>
        </p:nvSpPr>
        <p:spPr>
          <a:xfrm>
            <a:off x="3529584" y="4181094"/>
            <a:ext cx="1569110" cy="219456"/>
          </a:xfrm>
          <a:prstGeom prst="roundRect">
            <a:avLst>
              <a:gd name="adj" fmla="val 50000"/>
            </a:avLst>
          </a:prstGeom>
          <a:solidFill>
            <a:srgbClr val="005A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272783" y="4098798"/>
            <a:ext cx="71323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500" b="1">
                <a:solidFill>
                  <a:srgbClr val="005AA9"/>
                </a:solidFill>
                <a:latin typeface="微软雅黑"/>
                <a:ea typeface="微软雅黑"/>
                <a:cs typeface="微软雅黑"/>
              </a:rPr>
              <a:t>15%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621792" y="4652009"/>
            <a:ext cx="27889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0B1D35"/>
                </a:solidFill>
                <a:latin typeface="微软雅黑"/>
                <a:ea typeface="微软雅黑"/>
                <a:cs typeface="微软雅黑"/>
              </a:rPr>
              <a:t>Content &amp; Live Streaming</a:t>
            </a:r>
          </a:p>
          <a:p>
            <a:pPr algn="l">
              <a:lnSpc>
                <a:spcPct val="100000"/>
              </a:lnSpc>
            </a:pPr>
            <a:r>
              <a:rPr sz="850" b="0">
                <a:solidFill>
                  <a:srgbClr val="6E8299"/>
                </a:solidFill>
                <a:latin typeface="微软雅黑"/>
                <a:ea typeface="微软雅黑"/>
                <a:cs typeface="微软雅黑"/>
              </a:rPr>
              <a:t>内容生产与直播出镜（硬性）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3529584" y="4716018"/>
            <a:ext cx="2615184" cy="219456"/>
          </a:xfrm>
          <a:prstGeom prst="roundRect">
            <a:avLst>
              <a:gd name="adj" fmla="val 50000"/>
            </a:avLst>
          </a:prstGeom>
          <a:solidFill>
            <a:srgbClr val="EB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ounded Rectangle 114"/>
          <p:cNvSpPr/>
          <p:nvPr/>
        </p:nvSpPr>
        <p:spPr>
          <a:xfrm>
            <a:off x="3529584" y="4716018"/>
            <a:ext cx="1359895" cy="219456"/>
          </a:xfrm>
          <a:prstGeom prst="roundRect">
            <a:avLst>
              <a:gd name="adj" fmla="val 50000"/>
            </a:avLst>
          </a:prstGeom>
          <a:solidFill>
            <a:srgbClr val="005A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6272783" y="4633722"/>
            <a:ext cx="71323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500" b="1">
                <a:solidFill>
                  <a:srgbClr val="005AA9"/>
                </a:solidFill>
                <a:latin typeface="微软雅黑"/>
                <a:ea typeface="微软雅黑"/>
                <a:cs typeface="微软雅黑"/>
              </a:rPr>
              <a:t>13%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621792" y="5186934"/>
            <a:ext cx="27889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0B1D35"/>
                </a:solidFill>
                <a:latin typeface="微软雅黑"/>
                <a:ea typeface="微软雅黑"/>
                <a:cs typeface="微软雅黑"/>
              </a:rPr>
              <a:t>Customer Asset &amp; Follow-up</a:t>
            </a:r>
          </a:p>
          <a:p>
            <a:pPr algn="l">
              <a:lnSpc>
                <a:spcPct val="100000"/>
              </a:lnSpc>
            </a:pPr>
            <a:r>
              <a:rPr sz="850" b="0">
                <a:solidFill>
                  <a:srgbClr val="6E8299"/>
                </a:solidFill>
                <a:latin typeface="微软雅黑"/>
                <a:ea typeface="微软雅黑"/>
                <a:cs typeface="微软雅黑"/>
              </a:rPr>
              <a:t>客户资产经营与回访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3529584" y="5250942"/>
            <a:ext cx="2615184" cy="219456"/>
          </a:xfrm>
          <a:prstGeom prst="roundRect">
            <a:avLst>
              <a:gd name="adj" fmla="val 50000"/>
            </a:avLst>
          </a:prstGeom>
          <a:solidFill>
            <a:srgbClr val="EB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ounded Rectangle 118"/>
          <p:cNvSpPr/>
          <p:nvPr/>
        </p:nvSpPr>
        <p:spPr>
          <a:xfrm>
            <a:off x="3529584" y="5250942"/>
            <a:ext cx="523036" cy="219456"/>
          </a:xfrm>
          <a:prstGeom prst="roundRect">
            <a:avLst>
              <a:gd name="adj" fmla="val 50000"/>
            </a:avLst>
          </a:prstGeom>
          <a:solidFill>
            <a:srgbClr val="005A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6272783" y="5168646"/>
            <a:ext cx="71323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500" b="1">
                <a:solidFill>
                  <a:srgbClr val="005AA9"/>
                </a:solidFill>
                <a:latin typeface="微软雅黑"/>
                <a:ea typeface="微软雅黑"/>
                <a:cs typeface="微软雅黑"/>
              </a:rPr>
              <a:t>5%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621792" y="5721857"/>
            <a:ext cx="27889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0B1D35"/>
                </a:solidFill>
                <a:latin typeface="微软雅黑"/>
                <a:ea typeface="微软雅黑"/>
                <a:cs typeface="微软雅黑"/>
              </a:rPr>
              <a:t>Data &amp; Coaching</a:t>
            </a:r>
          </a:p>
          <a:p>
            <a:pPr algn="l">
              <a:lnSpc>
                <a:spcPct val="100000"/>
              </a:lnSpc>
            </a:pPr>
            <a:r>
              <a:rPr sz="850" b="0">
                <a:solidFill>
                  <a:srgbClr val="6E8299"/>
                </a:solidFill>
                <a:latin typeface="微软雅黑"/>
                <a:ea typeface="微软雅黑"/>
                <a:cs typeface="微软雅黑"/>
              </a:rPr>
              <a:t>数据看板与带教协同</a:t>
            </a:r>
          </a:p>
        </p:txBody>
      </p:sp>
      <p:sp>
        <p:nvSpPr>
          <p:cNvPr id="122" name="Rounded Rectangle 121"/>
          <p:cNvSpPr/>
          <p:nvPr/>
        </p:nvSpPr>
        <p:spPr>
          <a:xfrm>
            <a:off x="3529584" y="5785866"/>
            <a:ext cx="2615184" cy="219456"/>
          </a:xfrm>
          <a:prstGeom prst="roundRect">
            <a:avLst>
              <a:gd name="adj" fmla="val 50000"/>
            </a:avLst>
          </a:prstGeom>
          <a:solidFill>
            <a:srgbClr val="EB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ounded Rectangle 122"/>
          <p:cNvSpPr/>
          <p:nvPr/>
        </p:nvSpPr>
        <p:spPr>
          <a:xfrm>
            <a:off x="3529584" y="5785866"/>
            <a:ext cx="313822" cy="219456"/>
          </a:xfrm>
          <a:prstGeom prst="roundRect">
            <a:avLst>
              <a:gd name="adj" fmla="val 50000"/>
            </a:avLst>
          </a:prstGeom>
          <a:solidFill>
            <a:srgbClr val="005A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6272783" y="5703570"/>
            <a:ext cx="71323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500" b="1">
                <a:solidFill>
                  <a:srgbClr val="005AA9"/>
                </a:solidFill>
                <a:latin typeface="微软雅黑"/>
                <a:ea typeface="微软雅黑"/>
                <a:cs typeface="微软雅黑"/>
              </a:rPr>
              <a:t>3%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2" name="矩形 7"/>
          <p:cNvSpPr/>
          <p:nvPr/>
        </p:nvSpPr>
        <p:spPr>
          <a:xfrm>
            <a:off x="901097" y="3690218"/>
            <a:ext cx="2880446" cy="876095"/>
          </a:xfrm>
          <a:prstGeom prst="rect">
            <a:avLst/>
          </a:prstGeom>
          <a:ln>
            <a:noFill/>
            <a:prstDash val="sysDash"/>
          </a:ln>
        </p:spPr>
        <p:txBody>
          <a:bodyPr vert="horz" wrap="square" lIns="0" tIns="0" rIns="0" bIns="0" rtlCol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en-US" sz="950" kern="0" b="0">
                <a:ln>
                  <a:noFill/>
                  <a:prstDash val="sysDot"/>
                </a:ln>
                <a:solidFill>
                  <a:srgbClr val="1F2329"/>
                </a:solidFill>
                <a:latin typeface="微软雅黑" panose="020B0604020202020204"/>
                <a:ea typeface="微软雅黑" panose="020B0503020204020204" charset="-122"/>
                <a:cs typeface="微软雅黑"/>
              </a:rPr>
              <a:t>流量由公司线上内容矩阵供给</a:t>
            </a:r>
            <a:endParaRPr lang="en-US" altLang="en-US" sz="1050" kern="0">
              <a:ln>
                <a:noFill/>
                <a:prstDash val="sysDot"/>
              </a:ln>
              <a:solidFill>
                <a:schemeClr val="tx1">
                  <a:lumMod val="85000"/>
                  <a:lumOff val="15000"/>
                </a:schemeClr>
              </a:solidFill>
              <a:latin typeface="Arial" panose="020B0604020202020204"/>
              <a:ea typeface="微软雅黑" panose="020B0503020204020204" charset="-122"/>
            </a:endParaRPr>
          </a:p>
          <a:p>
            <a:pPr algn="just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800" kern="0" b="0">
                <a:solidFill>
                  <a:srgbClr val="6E8299"/>
                </a:solidFill>
                <a:latin typeface="微软雅黑"/>
                <a:ea typeface="微软雅黑"/>
                <a:cs typeface="微软雅黑"/>
              </a:rPr>
              <a:t>Traffic is supplied by the company content matrix</a:t>
            </a:r>
            <a:endParaRPr lang="zh-CN" altLang="en-US" sz="800" kern="0">
              <a:solidFill>
                <a:srgbClr val="6E8299"/>
              </a:solidFill>
            </a:endParaRPr>
          </a:p>
        </p:txBody>
      </p:sp>
      <p:sp>
        <p:nvSpPr>
          <p:cNvPr id="43" name="矩形 8"/>
          <p:cNvSpPr/>
          <p:nvPr/>
        </p:nvSpPr>
        <p:spPr>
          <a:xfrm>
            <a:off x="901097" y="3009392"/>
            <a:ext cx="2880444" cy="591205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en-US" sz="1400" b="1" kern="0">
                <a:solidFill>
                  <a:srgbClr val="0B1D35"/>
                </a:solidFill>
                <a:latin typeface="微软雅黑" panose="020B0604020202020204"/>
                <a:ea typeface="微软雅黑" panose="020B0503020204020204" charset="-122"/>
                <a:cs typeface="微软雅黑"/>
              </a:rPr>
              <a:t>Traffic From the Matrix</a:t>
            </a:r>
            <a:endParaRPr lang="en-US" altLang="en-US" sz="1550" b="1" kern="0">
              <a:solidFill>
                <a:schemeClr val="accent1"/>
              </a:solidFill>
              <a:latin typeface="Arial" panose="020B0604020202020204"/>
              <a:ea typeface="微软雅黑" panose="020B0503020204020204" charset="-122"/>
            </a:endParaRP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050" kern="0" b="0">
                <a:solidFill>
                  <a:srgbClr val="6E8299"/>
                </a:solidFill>
                <a:latin typeface="微软雅黑"/>
                <a:ea typeface="微软雅黑"/>
                <a:cs typeface="微软雅黑"/>
              </a:rPr>
              <a:t>流量进来</a:t>
            </a:r>
            <a:endParaRPr lang="zh-CN" altLang="en-US" sz="1100" kern="0">
              <a:solidFill>
                <a:schemeClr val="accent1"/>
              </a:solidFill>
              <a:latin typeface="+mn-ea"/>
              <a:cs typeface="+mn-ea"/>
            </a:endParaRPr>
          </a:p>
        </p:txBody>
      </p:sp>
      <p:sp>
        <p:nvSpPr>
          <p:cNvPr id="44" name="矩形 12"/>
          <p:cNvSpPr/>
          <p:nvPr/>
        </p:nvSpPr>
        <p:spPr>
          <a:xfrm>
            <a:off x="901097" y="1811595"/>
            <a:ext cx="1325415" cy="991788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 fontScale="91111"/>
          </a:bodyPr>
          <a:lstStyle/>
          <a:p>
            <a:pPr>
              <a:spcBef>
                <a:spcPct val="0"/>
              </a:spcBef>
              <a:spcAft>
                <a:spcPct val="0"/>
              </a:spcAft>
            </a:pPr>
            <a:r>
              <a:rPr lang="en-US" altLang="zh-CN" sz="5600" b="1" kern="0">
                <a:solidFill>
                  <a:srgbClr val="6E8299"/>
                </a:solidFill>
                <a:latin typeface="微软雅黑"/>
                <a:ea typeface="微软雅黑"/>
                <a:cs typeface="微软雅黑"/>
              </a:rPr>
              <a:t>01</a:t>
            </a:r>
            <a:endParaRPr lang="zh-CN" altLang="en-US" sz="7200" b="1" kern="0">
              <a:solidFill>
                <a:schemeClr val="accent1"/>
              </a:solidFill>
              <a:latin typeface="+mn-ea"/>
              <a:cs typeface="+mn-ea"/>
            </a:endParaRPr>
          </a:p>
        </p:txBody>
      </p:sp>
      <p:pic>
        <p:nvPicPr>
          <p:cNvPr id="45" name="图片 15" descr="/data/temp/333674a6-a9fe-11f0-9905-126ba0e9605a.jpg@base@tag=imgScale&amp;m=1&amp;w=799&amp;h=422&amp;q=95333674a6-a9fe-11f0-9905-126ba0e9605a"/>
          <p:cNvPicPr>
            <a:picLocks noChangeAspect="1"/>
          </p:cNvPicPr>
          <p:nvPr/>
        </p:nvPicPr>
        <p:blipFill>
          <a:blip r:embed="rId6"/>
          <a:srcRect t="13049" b="13049"/>
          <a:stretch>
            <a:fillRect/>
          </a:stretch>
        </p:blipFill>
        <p:spPr>
          <a:xfrm>
            <a:off x="901097" y="4626864"/>
            <a:ext cx="2880449" cy="1024128"/>
          </a:xfrm>
          <a:prstGeom prst="rect">
            <a:avLst/>
          </a:prstGeom>
          <a:solidFill>
            <a:schemeClr val="accent1"/>
          </a:solidFill>
          <a:ln>
            <a:solidFill>
              <a:schemeClr val="accent1">
                <a:alpha val="20000"/>
              </a:schemeClr>
            </a:solidFill>
          </a:ln>
        </p:spPr>
      </p:pic>
      <p:sp>
        <p:nvSpPr>
          <p:cNvPr id="46" name="矩形 16"/>
          <p:cNvSpPr/>
          <p:nvPr/>
        </p:nvSpPr>
        <p:spPr>
          <a:xfrm>
            <a:off x="4759325" y="3600450"/>
            <a:ext cx="2880360" cy="996950"/>
          </a:xfrm>
          <a:prstGeom prst="rect">
            <a:avLst/>
          </a:prstGeom>
          <a:ln>
            <a:noFill/>
            <a:prstDash val="sysDash"/>
          </a:ln>
        </p:spPr>
        <p:txBody>
          <a:bodyPr vert="horz" wrap="square" lIns="0" tIns="0" rIns="0" bIns="0" rtlCol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en-US" sz="950" kern="0" b="0">
                <a:ln>
                  <a:noFill/>
                  <a:prstDash val="sysDot"/>
                </a:ln>
                <a:solidFill>
                  <a:srgbClr val="1F2329"/>
                </a:solidFill>
                <a:latin typeface="微软雅黑" panose="020B0604020202020204"/>
                <a:ea typeface="微软雅黑" panose="020B0503020204020204" charset="-122"/>
                <a:cs typeface="微软雅黑"/>
              </a:rPr>
              <a:t>你的工作从客户到店那一刻开始</a:t>
            </a:r>
            <a:endParaRPr lang="en-US" altLang="en-US" sz="1050" kern="0">
              <a:ln>
                <a:noFill/>
                <a:prstDash val="sysDot"/>
              </a:ln>
              <a:solidFill>
                <a:schemeClr val="tx1">
                  <a:lumMod val="85000"/>
                  <a:lumOff val="15000"/>
                </a:schemeClr>
              </a:solidFill>
              <a:latin typeface="Arial" panose="020B0604020202020204"/>
              <a:ea typeface="微软雅黑" panose="020B0503020204020204" charset="-122"/>
            </a:endParaRPr>
          </a:p>
          <a:p>
            <a:pPr algn="just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800" kern="0" b="0">
                <a:solidFill>
                  <a:srgbClr val="6E8299"/>
                </a:solidFill>
                <a:latin typeface="微软雅黑"/>
                <a:ea typeface="微软雅黑"/>
                <a:cs typeface="微软雅黑"/>
              </a:rPr>
              <a:t>Your work starts the moment the customer arrives</a:t>
            </a:r>
            <a:endParaRPr lang="zh-CN" altLang="en-US" sz="800" kern="0">
              <a:solidFill>
                <a:srgbClr val="6E8299"/>
              </a:solidFill>
            </a:endParaRPr>
          </a:p>
        </p:txBody>
      </p:sp>
      <p:sp>
        <p:nvSpPr>
          <p:cNvPr id="47" name="矩形 17"/>
          <p:cNvSpPr/>
          <p:nvPr/>
        </p:nvSpPr>
        <p:spPr>
          <a:xfrm>
            <a:off x="4759324" y="3009392"/>
            <a:ext cx="2880444" cy="591205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en-US" sz="1400" b="1" kern="0">
                <a:solidFill>
                  <a:srgbClr val="0B1D35"/>
                </a:solidFill>
                <a:latin typeface="微软雅黑" panose="020B0604020202020204"/>
                <a:ea typeface="微软雅黑" panose="020B0503020204020204" charset="-122"/>
                <a:cs typeface="微软雅黑"/>
              </a:rPr>
              <a:t>Your Service Starts Here</a:t>
            </a:r>
            <a:endParaRPr lang="en-US" altLang="en-US" sz="1550" b="1" kern="0">
              <a:solidFill>
                <a:schemeClr val="accent1"/>
              </a:solidFill>
              <a:latin typeface="Arial" panose="020B0604020202020204"/>
              <a:ea typeface="微软雅黑" panose="020B0503020204020204" charset="-122"/>
            </a:endParaRP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050" kern="0" b="0">
                <a:solidFill>
                  <a:srgbClr val="6E8299"/>
                </a:solidFill>
                <a:latin typeface="微软雅黑"/>
                <a:ea typeface="微软雅黑"/>
                <a:cs typeface="微软雅黑"/>
              </a:rPr>
              <a:t>客户到店</a:t>
            </a:r>
            <a:endParaRPr lang="zh-CN" altLang="en-US" sz="1100" kern="0">
              <a:solidFill>
                <a:schemeClr val="accent1"/>
              </a:solidFill>
              <a:latin typeface="+mn-ea"/>
              <a:cs typeface="+mn-ea"/>
            </a:endParaRPr>
          </a:p>
        </p:txBody>
      </p:sp>
      <p:sp>
        <p:nvSpPr>
          <p:cNvPr id="48" name="矩形 19"/>
          <p:cNvSpPr/>
          <p:nvPr/>
        </p:nvSpPr>
        <p:spPr>
          <a:xfrm>
            <a:off x="4759324" y="1811595"/>
            <a:ext cx="1325415" cy="991788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 fontScale="91111"/>
          </a:bodyPr>
          <a:lstStyle/>
          <a:p>
            <a:pPr>
              <a:spcBef>
                <a:spcPct val="0"/>
              </a:spcBef>
              <a:spcAft>
                <a:spcPct val="0"/>
              </a:spcAft>
            </a:pPr>
            <a:r>
              <a:rPr lang="en-US" altLang="zh-CN" sz="5600" b="1" kern="0">
                <a:solidFill>
                  <a:srgbClr val="6E8299"/>
                </a:solidFill>
                <a:latin typeface="微软雅黑"/>
                <a:ea typeface="微软雅黑"/>
                <a:cs typeface="微软雅黑"/>
              </a:rPr>
              <a:t>02</a:t>
            </a:r>
            <a:endParaRPr lang="zh-CN" altLang="en-US" sz="7200" b="1" kern="0">
              <a:solidFill>
                <a:schemeClr val="accent1"/>
              </a:solidFill>
              <a:latin typeface="+mn-ea"/>
              <a:cs typeface="+mn-ea"/>
            </a:endParaRPr>
          </a:p>
        </p:txBody>
      </p:sp>
      <p:pic>
        <p:nvPicPr>
          <p:cNvPr id="49" name="图片 20" descr="/data/temp/33367555-a9fe-11f0-9905-126ba0e9605a.jpg@base@tag=imgScale&amp;m=1&amp;w=799&amp;h=422&amp;q=9533367555-a9fe-11f0-9905-126ba0e9605a"/>
          <p:cNvPicPr>
            <a:picLocks noChangeAspect="1"/>
          </p:cNvPicPr>
          <p:nvPr/>
        </p:nvPicPr>
        <p:blipFill>
          <a:blip r:embed="rId7"/>
          <a:srcRect t="10423" b="10423"/>
          <a:stretch>
            <a:fillRect/>
          </a:stretch>
        </p:blipFill>
        <p:spPr>
          <a:xfrm>
            <a:off x="4759324" y="4626864"/>
            <a:ext cx="2880449" cy="1024128"/>
          </a:xfrm>
          <a:prstGeom prst="rect">
            <a:avLst/>
          </a:prstGeom>
          <a:solidFill>
            <a:schemeClr val="accent1"/>
          </a:solidFill>
          <a:ln>
            <a:solidFill>
              <a:schemeClr val="accent1">
                <a:alpha val="20000"/>
              </a:schemeClr>
            </a:solidFill>
          </a:ln>
        </p:spPr>
      </p:pic>
      <p:sp>
        <p:nvSpPr>
          <p:cNvPr id="50" name="矩形 21"/>
          <p:cNvSpPr/>
          <p:nvPr/>
        </p:nvSpPr>
        <p:spPr>
          <a:xfrm>
            <a:off x="8617551" y="3690218"/>
            <a:ext cx="2880446" cy="876095"/>
          </a:xfrm>
          <a:prstGeom prst="rect">
            <a:avLst/>
          </a:prstGeom>
          <a:ln>
            <a:noFill/>
            <a:prstDash val="sysDash"/>
          </a:ln>
        </p:spPr>
        <p:txBody>
          <a:bodyPr vert="horz" wrap="square" lIns="0" tIns="0" rIns="0" bIns="0" rtlCol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en-US" sz="950" kern="0" b="0">
                <a:ln>
                  <a:noFill/>
                  <a:prstDash val="sysDot"/>
                </a:ln>
                <a:solidFill>
                  <a:srgbClr val="1F2329"/>
                </a:solidFill>
                <a:latin typeface="微软雅黑" panose="020B0604020202020204"/>
                <a:ea typeface="微软雅黑" panose="020B0503020204020204" charset="-122"/>
                <a:cs typeface="微软雅黑"/>
              </a:rPr>
              <a:t>准确记录需求，及时传递给技师与店长 / 套餐客户积累</a:t>
            </a:r>
            <a:endParaRPr lang="en-US" altLang="en-US" sz="1050" kern="0">
              <a:ln>
                <a:noFill/>
                <a:prstDash val="sysDot"/>
              </a:ln>
              <a:solidFill>
                <a:schemeClr val="tx1">
                  <a:lumMod val="85000"/>
                  <a:lumOff val="15000"/>
                </a:schemeClr>
              </a:solidFill>
              <a:latin typeface="Arial" panose="020B0604020202020204"/>
              <a:ea typeface="微软雅黑" panose="020B0503020204020204" charset="-122"/>
            </a:endParaRPr>
          </a:p>
          <a:p>
            <a:pPr algn="just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800" kern="0" b="0">
                <a:solidFill>
                  <a:srgbClr val="6E8299"/>
                </a:solidFill>
                <a:latin typeface="微软雅黑"/>
                <a:ea typeface="微软雅黑"/>
                <a:cs typeface="微软雅黑"/>
              </a:rPr>
              <a:t>Record the need accurately and pass it to the technician and manager</a:t>
            </a:r>
            <a:endParaRPr lang="zh-CN" altLang="en-US" sz="800" kern="0">
              <a:solidFill>
                <a:srgbClr val="6E8299"/>
              </a:solidFill>
            </a:endParaRPr>
          </a:p>
        </p:txBody>
      </p:sp>
      <p:sp>
        <p:nvSpPr>
          <p:cNvPr id="51" name="矩形 23"/>
          <p:cNvSpPr/>
          <p:nvPr/>
        </p:nvSpPr>
        <p:spPr>
          <a:xfrm>
            <a:off x="8617551" y="3009392"/>
            <a:ext cx="2880443" cy="591205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en-US" sz="1400" b="1" kern="0">
                <a:solidFill>
                  <a:srgbClr val="0B1D35"/>
                </a:solidFill>
                <a:latin typeface="微软雅黑" panose="020B0604020202020204"/>
                <a:ea typeface="微软雅黑" panose="020B0503020204020204" charset="-122"/>
                <a:cs typeface="微软雅黑"/>
              </a:rPr>
              <a:t>Record and Pass It On</a:t>
            </a:r>
            <a:endParaRPr lang="en-US" altLang="en-US" sz="1550" b="1" kern="0">
              <a:solidFill>
                <a:schemeClr val="accent1"/>
              </a:solidFill>
              <a:latin typeface="Arial" panose="020B0604020202020204"/>
              <a:ea typeface="微软雅黑" panose="020B0503020204020204" charset="-122"/>
            </a:endParaRP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050" kern="0" b="0">
                <a:solidFill>
                  <a:srgbClr val="6E8299"/>
                </a:solidFill>
                <a:latin typeface="微软雅黑"/>
                <a:ea typeface="微软雅黑"/>
                <a:cs typeface="微软雅黑"/>
              </a:rPr>
              <a:t>记录与传递</a:t>
            </a:r>
            <a:endParaRPr lang="zh-CN" altLang="en-US" sz="1100" kern="0">
              <a:solidFill>
                <a:schemeClr val="accent1"/>
              </a:solidFill>
              <a:latin typeface="+mn-ea"/>
              <a:cs typeface="+mn-ea"/>
            </a:endParaRPr>
          </a:p>
        </p:txBody>
      </p:sp>
      <p:sp>
        <p:nvSpPr>
          <p:cNvPr id="52" name="矩形 24"/>
          <p:cNvSpPr/>
          <p:nvPr/>
        </p:nvSpPr>
        <p:spPr>
          <a:xfrm>
            <a:off x="8617551" y="1811595"/>
            <a:ext cx="1325415" cy="991788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 fontScale="91111"/>
          </a:bodyPr>
          <a:lstStyle/>
          <a:p>
            <a:pPr>
              <a:spcBef>
                <a:spcPct val="0"/>
              </a:spcBef>
              <a:spcAft>
                <a:spcPct val="0"/>
              </a:spcAft>
            </a:pPr>
            <a:r>
              <a:rPr lang="en-US" altLang="zh-CN" sz="5600" b="1" kern="0">
                <a:solidFill>
                  <a:srgbClr val="6E8299"/>
                </a:solidFill>
                <a:latin typeface="微软雅黑"/>
                <a:ea typeface="微软雅黑"/>
                <a:cs typeface="微软雅黑"/>
              </a:rPr>
              <a:t>03</a:t>
            </a:r>
            <a:endParaRPr lang="zh-CN" altLang="en-US" sz="7200" b="1" kern="0">
              <a:solidFill>
                <a:schemeClr val="accent1"/>
              </a:solidFill>
              <a:latin typeface="+mn-ea"/>
              <a:cs typeface="+mn-ea"/>
            </a:endParaRPr>
          </a:p>
        </p:txBody>
      </p:sp>
      <p:pic>
        <p:nvPicPr>
          <p:cNvPr id="53" name="图片 25" descr="/data/temp/333674db-a9fe-11f0-9905-126ba0e9605a.jpg@base@tag=imgScale&amp;m=1&amp;w=799&amp;h=422&amp;q=95333674db-a9fe-11f0-9905-126ba0e9605a"/>
          <p:cNvPicPr>
            <a:picLocks noChangeAspect="1"/>
          </p:cNvPicPr>
          <p:nvPr/>
        </p:nvPicPr>
        <p:blipFill>
          <a:blip r:embed="rId8"/>
          <a:srcRect t="10423" b="10423"/>
          <a:stretch>
            <a:fillRect/>
          </a:stretch>
        </p:blipFill>
        <p:spPr>
          <a:xfrm>
            <a:off x="8617551" y="4626864"/>
            <a:ext cx="2880449" cy="1024128"/>
          </a:xfrm>
          <a:prstGeom prst="rect">
            <a:avLst/>
          </a:prstGeom>
          <a:solidFill>
            <a:schemeClr val="accent1"/>
          </a:solidFill>
          <a:ln>
            <a:solidFill>
              <a:schemeClr val="accent1">
                <a:alpha val="20000"/>
              </a:schemeClr>
            </a:solidFill>
          </a:ln>
        </p:spPr>
      </p:pic>
      <p:cxnSp>
        <p:nvCxnSpPr>
          <p:cNvPr id="54" name="直接连接符 34"/>
          <p:cNvCxnSpPr/>
          <p:nvPr/>
        </p:nvCxnSpPr>
        <p:spPr>
          <a:xfrm flipH="1">
            <a:off x="695960" y="1811595"/>
            <a:ext cx="0" cy="3877056"/>
          </a:xfrm>
          <a:prstGeom prst="line">
            <a:avLst/>
          </a:prstGeom>
          <a:ln w="19050">
            <a:solidFill>
              <a:schemeClr val="tx1">
                <a:lumMod val="40000"/>
                <a:lumOff val="60000"/>
                <a:alpha val="30000"/>
              </a:schemeClr>
            </a:solidFill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直接连接符 35"/>
          <p:cNvCxnSpPr/>
          <p:nvPr/>
        </p:nvCxnSpPr>
        <p:spPr>
          <a:xfrm flipH="1">
            <a:off x="4544025" y="1811595"/>
            <a:ext cx="0" cy="3877056"/>
          </a:xfrm>
          <a:prstGeom prst="line">
            <a:avLst/>
          </a:prstGeom>
          <a:ln w="19050">
            <a:solidFill>
              <a:schemeClr val="tx1">
                <a:lumMod val="40000"/>
                <a:lumOff val="60000"/>
                <a:alpha val="30000"/>
              </a:schemeClr>
            </a:solidFill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直接连接符 36"/>
          <p:cNvCxnSpPr/>
          <p:nvPr/>
        </p:nvCxnSpPr>
        <p:spPr>
          <a:xfrm flipH="1">
            <a:off x="8400347" y="1811595"/>
            <a:ext cx="0" cy="3877056"/>
          </a:xfrm>
          <a:prstGeom prst="line">
            <a:avLst/>
          </a:prstGeom>
          <a:ln w="19050">
            <a:solidFill>
              <a:schemeClr val="tx1">
                <a:lumMod val="40000"/>
                <a:lumOff val="60000"/>
                <a:alpha val="30000"/>
              </a:schemeClr>
            </a:solidFill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AutoShape 2"/>
          <p:cNvSpPr/>
          <p:nvPr/>
        </p:nvSpPr>
        <p:spPr>
          <a:xfrm>
            <a:off x="0" y="0"/>
            <a:ext cx="8812221" cy="566928"/>
          </a:xfrm>
          <a:prstGeom prst="roundRect">
            <a:avLst>
              <a:gd name="adj" fmla="val 0"/>
            </a:avLst>
          </a:prstGeom>
          <a:solidFill>
            <a:srgbClr val="ED1C29">
              <a:alpha val="100000"/>
            </a:srgbClr>
          </a:solidFill>
          <a:ln w="25400">
            <a:noFill/>
            <a:prstDash val="solid"/>
          </a:ln>
        </p:spPr>
        <p:txBody>
          <a:bodyPr lIns="63500" tIns="63500" rIns="63500" bIns="635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/>
            </a:pPr>
            <a:endParaRPr sz="1055" kern="0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58" name="AutoShape 3"/>
          <p:cNvSpPr/>
          <p:nvPr/>
        </p:nvSpPr>
        <p:spPr>
          <a:xfrm>
            <a:off x="8249792" y="0"/>
            <a:ext cx="2762864" cy="566928"/>
          </a:xfrm>
          <a:prstGeom prst="parallelogram">
            <a:avLst/>
          </a:prstGeom>
          <a:solidFill>
            <a:srgbClr val="005AA9">
              <a:alpha val="100000"/>
            </a:srgbClr>
          </a:solidFill>
          <a:ln w="25400">
            <a:noFill/>
            <a:prstDash val="solid"/>
          </a:ln>
        </p:spPr>
        <p:txBody>
          <a:bodyPr lIns="63500" tIns="63500" rIns="63500" bIns="635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/>
            </a:pPr>
            <a:endParaRPr sz="1055" kern="0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59" name="AutoShape 4"/>
          <p:cNvSpPr/>
          <p:nvPr/>
        </p:nvSpPr>
        <p:spPr>
          <a:xfrm>
            <a:off x="8588375" y="0"/>
            <a:ext cx="3603625" cy="566928"/>
          </a:xfrm>
          <a:prstGeom prst="roundRect">
            <a:avLst>
              <a:gd name="adj" fmla="val 0"/>
            </a:avLst>
          </a:prstGeom>
          <a:solidFill>
            <a:srgbClr val="005AA9">
              <a:alpha val="100000"/>
            </a:srgbClr>
          </a:solidFill>
          <a:ln w="25400">
            <a:noFill/>
            <a:prstDash val="solid"/>
          </a:ln>
        </p:spPr>
        <p:txBody>
          <a:bodyPr lIns="63500" tIns="63500" rIns="63500" bIns="635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/>
            </a:pPr>
            <a:endParaRPr sz="1055" kern="0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pic>
        <p:nvPicPr>
          <p:cNvPr id="60" name="Picture 5"/>
          <p:cNvPicPr>
            <a:picLocks noChangeAspect="1"/>
          </p:cNvPicPr>
          <p:nvPr/>
        </p:nvPicPr>
        <p:blipFill>
          <a:blip r:embed="rId5"/>
          <a:srcRect t="36978" b="45732"/>
          <a:stretch>
            <a:fillRect/>
          </a:stretch>
        </p:blipFill>
        <p:spPr>
          <a:xfrm>
            <a:off x="9364524" y="139920"/>
            <a:ext cx="1549829" cy="267948"/>
          </a:xfrm>
          <a:prstGeom prst="roundRect">
            <a:avLst>
              <a:gd name="adj" fmla="val 0"/>
            </a:avLst>
          </a:prstGeom>
          <a:ln>
            <a:noFill/>
            <a:prstDash val="solid"/>
          </a:ln>
        </p:spPr>
      </p:pic>
      <p:sp>
        <p:nvSpPr>
          <p:cNvPr id="61" name="AutoShape 1"/>
          <p:cNvSpPr/>
          <p:nvPr/>
        </p:nvSpPr>
        <p:spPr>
          <a:xfrm>
            <a:off x="0" y="6473952"/>
            <a:ext cx="8812221" cy="384048"/>
          </a:xfrm>
          <a:prstGeom prst="roundRect">
            <a:avLst>
              <a:gd name="adj" fmla="val 0"/>
            </a:avLst>
          </a:prstGeom>
          <a:solidFill>
            <a:srgbClr val="ED1C29">
              <a:alpha val="100000"/>
            </a:srgbClr>
          </a:solidFill>
          <a:ln w="25400">
            <a:noFill/>
            <a:prstDash val="solid"/>
          </a:ln>
        </p:spPr>
        <p:txBody>
          <a:bodyPr lIns="63500" tIns="63500" rIns="63500" bIns="635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/>
            </a:pPr>
            <a:endParaRPr sz="1010" kern="0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62" name="AutoShape 2"/>
          <p:cNvSpPr/>
          <p:nvPr/>
        </p:nvSpPr>
        <p:spPr>
          <a:xfrm>
            <a:off x="665034" y="6569556"/>
            <a:ext cx="4749800" cy="192841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0" tIns="6350" rIns="0" bIns="0" rtlCol="0" anchor="t">
            <a:spAutoFit/>
          </a:bodyPr>
          <a:lstStyle/>
          <a:p>
            <a:pPr marL="1270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230" b="0" i="0" u="none" strike="noStrike" kern="0">
                <a:solidFill>
                  <a:srgbClr val="FFFFFF"/>
                </a:solidFill>
                <a:latin typeface="Arial" panose="020B0604020202020204"/>
                <a:ea typeface="微软雅黑" panose="020B0503020204020204" charset="-122"/>
                <a:cs typeface="Inter 18pt SemiBold"/>
                <a:sym typeface="Inter 18pt SemiBold"/>
              </a:rPr>
              <a:t>Your Neighbourhood Auto Care Expert</a:t>
            </a:r>
            <a:endParaRPr lang="en-US" sz="1230" b="0" i="0" u="none" strike="noStrike" kern="0">
              <a:solidFill>
                <a:srgbClr val="FFFFFF"/>
              </a:solidFill>
              <a:latin typeface="Arial" panose="020B0604020202020204"/>
              <a:ea typeface="微软雅黑" panose="020B0503020204020204" charset="-122"/>
              <a:cs typeface="Inter 18pt SemiBold"/>
              <a:sym typeface="Inter 18pt SemiBold"/>
            </a:endParaRPr>
          </a:p>
        </p:txBody>
      </p:sp>
      <p:sp>
        <p:nvSpPr>
          <p:cNvPr id="63" name="AutoShape 3"/>
          <p:cNvSpPr/>
          <p:nvPr/>
        </p:nvSpPr>
        <p:spPr>
          <a:xfrm>
            <a:off x="8249792" y="6473952"/>
            <a:ext cx="2762864" cy="384048"/>
          </a:xfrm>
          <a:prstGeom prst="parallelogram">
            <a:avLst/>
          </a:prstGeom>
          <a:solidFill>
            <a:srgbClr val="005AA9">
              <a:alpha val="100000"/>
            </a:srgbClr>
          </a:solidFill>
          <a:ln w="25400">
            <a:noFill/>
            <a:prstDash val="solid"/>
          </a:ln>
        </p:spPr>
        <p:txBody>
          <a:bodyPr lIns="63500" tIns="63500" rIns="63500" bIns="635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/>
            </a:pPr>
            <a:endParaRPr sz="1010" kern="0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64" name="AutoShape 4"/>
          <p:cNvSpPr/>
          <p:nvPr/>
        </p:nvSpPr>
        <p:spPr>
          <a:xfrm>
            <a:off x="8588375" y="6473952"/>
            <a:ext cx="3603625" cy="384048"/>
          </a:xfrm>
          <a:prstGeom prst="roundRect">
            <a:avLst>
              <a:gd name="adj" fmla="val 0"/>
            </a:avLst>
          </a:prstGeom>
          <a:solidFill>
            <a:srgbClr val="005AA9">
              <a:alpha val="100000"/>
            </a:srgbClr>
          </a:solidFill>
          <a:ln w="25400">
            <a:noFill/>
            <a:prstDash val="solid"/>
          </a:ln>
        </p:spPr>
        <p:txBody>
          <a:bodyPr lIns="63500" tIns="63500" rIns="63500" bIns="635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/>
            </a:pPr>
            <a:endParaRPr sz="1010" kern="0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65" name="AutoShape 6"/>
          <p:cNvSpPr/>
          <p:nvPr/>
        </p:nvSpPr>
        <p:spPr>
          <a:xfrm>
            <a:off x="8936037" y="6569556"/>
            <a:ext cx="2908300" cy="192841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0" tIns="6350" rIns="0" bIns="0" rtlCol="0" anchor="t">
            <a:spAutoFit/>
          </a:bodyPr>
          <a:lstStyle/>
          <a:p>
            <a:pPr marL="1270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230" b="0" i="0" u="none" strike="noStrike" kern="0">
                <a:solidFill>
                  <a:srgbClr val="FFFFFF"/>
                </a:solidFill>
                <a:latin typeface="Arial" panose="020B0604020202020204"/>
                <a:ea typeface="微软雅黑" panose="020B0503020204020204" charset="-122"/>
                <a:cs typeface="Inter 18pt SemiBold"/>
                <a:sym typeface="Inter 18pt SemiBold"/>
                <a:hlinkClick r:id="rId5" tooltip="https://www.servauto.com.my/"/>
              </a:rPr>
              <a:t>www.servauto.com.my</a:t>
            </a:r>
            <a:endParaRPr lang="en-US" sz="1230" b="0" i="0" u="none" strike="noStrike" kern="0">
              <a:solidFill>
                <a:srgbClr val="FFFFFF"/>
              </a:solidFill>
              <a:latin typeface="Arial" panose="020B0604020202020204"/>
              <a:ea typeface="微软雅黑" panose="020B0503020204020204" charset="-122"/>
              <a:cs typeface="Inter 18pt SemiBold"/>
              <a:sym typeface="Inter 18pt SemiBold"/>
              <a:hlinkClick r:id="rId5" tooltip="https://www.servauto.com.my/"/>
            </a:endParaRPr>
          </a:p>
        </p:txBody>
      </p:sp>
      <p:sp>
        <p:nvSpPr>
          <p:cNvPr id="66" name="TextBox 65"/>
          <p:cNvSpPr txBox="1"/>
          <p:nvPr/>
        </p:nvSpPr>
        <p:spPr>
          <a:xfrm>
            <a:off x="667512" y="82296"/>
            <a:ext cx="841248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ServAuto 服务顾问培训 | Service Advisor Training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12648" y="585216"/>
            <a:ext cx="1097280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500" b="1">
                <a:solidFill>
                  <a:srgbClr val="0B1D35"/>
                </a:solidFill>
                <a:latin typeface="微软雅黑"/>
                <a:ea typeface="微软雅黑"/>
                <a:cs typeface="微软雅黑"/>
              </a:rPr>
              <a:t>Where You Sit in the Chain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12648" y="1060704"/>
            <a:ext cx="10972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6E8299"/>
                </a:solidFill>
                <a:latin typeface="微软雅黑"/>
                <a:ea typeface="微软雅黑"/>
                <a:cs typeface="微软雅黑"/>
              </a:rPr>
              <a:t>你在业务链路里的位置</a:t>
            </a:r>
          </a:p>
        </p:txBody>
      </p:sp>
      <p:sp>
        <p:nvSpPr>
          <p:cNvPr id="69" name="Rectangle 68"/>
          <p:cNvSpPr/>
          <p:nvPr/>
        </p:nvSpPr>
        <p:spPr>
          <a:xfrm>
            <a:off x="612648" y="1682496"/>
            <a:ext cx="10972800" cy="29260"/>
          </a:xfrm>
          <a:prstGeom prst="rect">
            <a:avLst/>
          </a:prstGeom>
          <a:solidFill>
            <a:srgbClr val="ED1C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ounded Rectangle 69"/>
          <p:cNvSpPr/>
          <p:nvPr/>
        </p:nvSpPr>
        <p:spPr>
          <a:xfrm>
            <a:off x="612648" y="5760720"/>
            <a:ext cx="10972800" cy="566928"/>
          </a:xfrm>
          <a:prstGeom prst="roundRect">
            <a:avLst>
              <a:gd name="adj" fmla="val 10000"/>
            </a:avLst>
          </a:prstGeom>
          <a:solidFill>
            <a:srgbClr val="FDEC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612648" y="5760720"/>
            <a:ext cx="50292" cy="566928"/>
          </a:xfrm>
          <a:prstGeom prst="rect">
            <a:avLst/>
          </a:prstGeom>
          <a:solidFill>
            <a:srgbClr val="ED1C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813816" y="5824728"/>
            <a:ext cx="1060704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1">
                <a:solidFill>
                  <a:srgbClr val="0B1D35"/>
                </a:solidFill>
                <a:latin typeface="微软雅黑"/>
                <a:ea typeface="微软雅黑"/>
                <a:cs typeface="微软雅黑"/>
              </a:rPr>
              <a:t>反哺闭环：你同时为公司流量矩阵反哺内容（视频 / 直播）。</a:t>
            </a:r>
          </a:p>
          <a:p>
            <a:pPr algn="l">
              <a:spcBef>
                <a:spcPts val="200"/>
              </a:spcBef>
            </a:pPr>
            <a:r>
              <a:rPr sz="850" b="0">
                <a:solidFill>
                  <a:srgbClr val="6E8299"/>
                </a:solidFill>
                <a:latin typeface="微软雅黑"/>
                <a:ea typeface="微软雅黑"/>
                <a:cs typeface="微软雅黑"/>
              </a:rPr>
              <a:t>Feedback loop: you feed content back into the company content matrix (video / live).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68" name="图片 3" descr="/data/temp/31c83b1c-a9fe-11f0-88da-76af0e732785.jpg@base@tag=imgScale&amp;m=1&amp;w=932&amp;h=1264&amp;q=9531c83b1c-a9fe-11f0-88da-76af0e732785"/>
          <p:cNvPicPr>
            <a:picLocks noChangeAspect="1"/>
          </p:cNvPicPr>
          <p:nvPr/>
        </p:nvPicPr>
        <p:blipFill>
          <a:blip r:embed="rId4"/>
          <a:srcRect l="13078" r="13157"/>
          <a:stretch>
            <a:fillRect/>
          </a:stretch>
        </p:blipFill>
        <p:spPr>
          <a:xfrm>
            <a:off x="8244205" y="1773936"/>
            <a:ext cx="3358515" cy="4480560"/>
          </a:xfrm>
          <a:prstGeom prst="round1Rect">
            <a:avLst>
              <a:gd name="adj" fmla="val 39814"/>
            </a:avLst>
          </a:prstGeom>
          <a:solidFill>
            <a:schemeClr val="accent1">
              <a:alpha val="15000"/>
            </a:schemeClr>
          </a:solidFill>
          <a:ln w="9525" cap="flat" cmpd="sng" algn="ctr">
            <a:solidFill>
              <a:schemeClr val="accent1">
                <a:lumMod val="100000"/>
                <a:alpha val="15000"/>
              </a:schemeClr>
            </a:solidFill>
            <a:prstDash val="solid"/>
            <a:round/>
            <a:headEnd type="none" w="med" len="med"/>
            <a:tailEnd type="none" w="med" len="med"/>
          </a:ln>
          <a:effectLst>
            <a:outerShdw blurRad="203200" dist="38100" dir="2700000" algn="tl" rotWithShape="0">
              <a:schemeClr val="accent1">
                <a:alpha val="60000"/>
              </a:schemeClr>
            </a:outerShdw>
          </a:effectLst>
        </p:spPr>
      </p:pic>
      <p:sp>
        <p:nvSpPr>
          <p:cNvPr id="69" name="圆角矩形 6"/>
          <p:cNvSpPr/>
          <p:nvPr/>
        </p:nvSpPr>
        <p:spPr>
          <a:xfrm>
            <a:off x="3474720" y="1773936"/>
            <a:ext cx="4142232" cy="480060"/>
          </a:xfrm>
          <a:prstGeom prst="roundRect">
            <a:avLst>
              <a:gd name="adj" fmla="val 50000"/>
            </a:avLst>
          </a:prstGeom>
          <a:solidFill>
            <a:srgbClr val="EBF0F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lIns="109728" tIns="0" rIns="109728" bIns="0" numCol="1" spcCol="0" rtlCol="0" fromWordArt="0" anchor="ctr" anchorCtr="0" forceAA="0" compatLnSpc="1">
            <a:noAutofit/>
          </a:bodyPr>
          <a:lstStyle/>
          <a:p>
            <a:pPr lvl="0" indent="0" algn="l" fontAlgn="auto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</a:pPr>
            <a:r>
              <a:rPr lang="en-US" altLang="en-US" sz="1000" b="0">
                <a:solidFill>
                  <a:srgbClr val="1F2329"/>
                </a:solidFill>
                <a:latin typeface="微软雅黑"/>
                <a:ea typeface="微软雅黑"/>
                <a:cs typeface="微软雅黑"/>
                <a:sym typeface="+mn-ea"/>
              </a:rPr>
              <a:t>着装、工牌、发型、手部符合标准</a:t>
            </a:r>
            <a:endParaRPr lang="en-US" altLang="en-US" sz="1600">
              <a:solidFill>
                <a:schemeClr val="tx1">
                  <a:lumMod val="85000"/>
                  <a:lumOff val="15000"/>
                </a:schemeClr>
              </a:solidFill>
              <a:sym typeface="+mn-ea"/>
            </a:endParaRPr>
          </a:p>
          <a:p>
            <a:pPr lvl="0" indent="0" algn="l" fontAlgn="auto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</a:pPr>
            <a:r>
              <a:rPr lang="zh-CN" altLang="en-US" sz="800" b="0">
                <a:solidFill>
                  <a:srgbClr val="6E8299"/>
                </a:solidFill>
                <a:latin typeface="微软雅黑"/>
                <a:ea typeface="微软雅黑"/>
                <a:cs typeface="微软雅黑"/>
                <a:sym typeface="+mn-ea"/>
              </a:rPr>
              <a:t>Uniform, badge, hair and hands meet standard</a:t>
            </a:r>
            <a:endParaRPr lang="zh-CN" altLang="en-US" sz="1150">
              <a:solidFill>
                <a:srgbClr val="6E8299"/>
              </a:solidFill>
              <a:latin typeface="+mn-ea"/>
              <a:cs typeface="+mn-ea"/>
              <a:sym typeface="+mn-ea"/>
            </a:endParaRPr>
          </a:p>
        </p:txBody>
      </p:sp>
      <p:sp>
        <p:nvSpPr>
          <p:cNvPr id="70" name="圆角矩形 35"/>
          <p:cNvSpPr/>
          <p:nvPr/>
        </p:nvSpPr>
        <p:spPr>
          <a:xfrm>
            <a:off x="603504" y="1792224"/>
            <a:ext cx="2743200" cy="44348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solidFill>
              <a:schemeClr val="accent1">
                <a:lumMod val="20000"/>
                <a:lumOff val="80000"/>
              </a:schemeClr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46304" tIns="0" rIns="146304" bIns="0" rtlCol="0" anchor="ctr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en-US" sz="700" b="0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+mn-ea"/>
              </a:rPr>
              <a:t>Uniform &amp; Grooming</a:t>
            </a:r>
            <a:endParaRPr lang="zh-CN" altLang="en-US" sz="950">
              <a:solidFill>
                <a:schemeClr val="lt1">
                  <a:lumMod val="100000"/>
                </a:schemeClr>
              </a:solidFill>
              <a:latin typeface="+mn-ea"/>
              <a:cs typeface="+mn-ea"/>
              <a:sym typeface="+mn-ea"/>
            </a:endParaRP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en-US" sz="850" b="1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+mn-ea"/>
              </a:rPr>
              <a:t>着装仪表</a:t>
            </a:r>
            <a:endParaRPr lang="zh-CN" altLang="en-US" sz="950">
              <a:solidFill>
                <a:schemeClr val="lt1">
                  <a:lumMod val="100000"/>
                </a:schemeClr>
              </a:solidFill>
              <a:latin typeface="+mn-ea"/>
              <a:cs typeface="+mn-ea"/>
              <a:sym typeface="+mn-ea"/>
            </a:endParaRPr>
          </a:p>
        </p:txBody>
      </p:sp>
      <p:sp>
        <p:nvSpPr>
          <p:cNvPr id="71" name="圆角矩形 1"/>
          <p:cNvSpPr/>
          <p:nvPr/>
        </p:nvSpPr>
        <p:spPr>
          <a:xfrm>
            <a:off x="3474720" y="5710427"/>
            <a:ext cx="4142232" cy="480060"/>
          </a:xfrm>
          <a:prstGeom prst="roundRect">
            <a:avLst>
              <a:gd name="adj" fmla="val 50000"/>
            </a:avLst>
          </a:prstGeom>
          <a:solidFill>
            <a:srgbClr val="EBF0F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lIns="109728" tIns="0" rIns="109728" bIns="0" numCol="1" spcCol="0" rtlCol="0" fromWordArt="0" anchor="ctr" anchorCtr="0" forceAA="0" compatLnSpc="1">
            <a:noAutofit/>
          </a:bodyPr>
          <a:lstStyle/>
          <a:p>
            <a:pPr lvl="0" indent="0" algn="l" fontAlgn="auto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</a:pPr>
            <a:r>
              <a:rPr lang="en-US" altLang="en-US" sz="1000" b="0">
                <a:solidFill>
                  <a:srgbClr val="1F2329"/>
                </a:solidFill>
                <a:latin typeface="微软雅黑"/>
                <a:ea typeface="微软雅黑"/>
                <a:cs typeface="微软雅黑"/>
                <a:sym typeface="+mn-ea"/>
              </a:rPr>
              <a:t>公共区域不与客户争执</a:t>
            </a:r>
            <a:endParaRPr lang="en-US" altLang="en-US" sz="1600">
              <a:solidFill>
                <a:schemeClr val="tx1">
                  <a:lumMod val="85000"/>
                  <a:lumOff val="15000"/>
                </a:schemeClr>
              </a:solidFill>
              <a:sym typeface="+mn-ea"/>
            </a:endParaRPr>
          </a:p>
          <a:p>
            <a:pPr lvl="0" indent="0" algn="l" fontAlgn="auto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</a:pPr>
            <a:r>
              <a:rPr lang="zh-CN" altLang="en-US" sz="800" b="0">
                <a:solidFill>
                  <a:srgbClr val="6E8299"/>
                </a:solidFill>
                <a:latin typeface="微软雅黑"/>
                <a:ea typeface="微软雅黑"/>
                <a:cs typeface="微软雅黑"/>
                <a:sym typeface="+mn-ea"/>
              </a:rPr>
              <a:t>Never argue with a customer in the open area</a:t>
            </a:r>
            <a:endParaRPr lang="zh-CN" altLang="en-US" sz="1150">
              <a:solidFill>
                <a:srgbClr val="6E8299"/>
              </a:solidFill>
              <a:latin typeface="+mn-ea"/>
              <a:cs typeface="+mn-ea"/>
              <a:sym typeface="+mn-ea"/>
            </a:endParaRPr>
          </a:p>
        </p:txBody>
      </p:sp>
      <p:sp>
        <p:nvSpPr>
          <p:cNvPr id="72" name="圆角矩形 4"/>
          <p:cNvSpPr/>
          <p:nvPr/>
        </p:nvSpPr>
        <p:spPr>
          <a:xfrm>
            <a:off x="3474720" y="5148072"/>
            <a:ext cx="4142232" cy="480060"/>
          </a:xfrm>
          <a:prstGeom prst="roundRect">
            <a:avLst>
              <a:gd name="adj" fmla="val 50000"/>
            </a:avLst>
          </a:prstGeom>
          <a:solidFill>
            <a:srgbClr val="EBF0F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lIns="109728" tIns="0" rIns="109728" bIns="0" numCol="1" spcCol="0" rtlCol="0" fromWordArt="0" anchor="ctr" anchorCtr="0" forceAA="0" compatLnSpc="1">
            <a:noAutofit/>
          </a:bodyPr>
          <a:lstStyle/>
          <a:p>
            <a:pPr lvl="0" indent="0" algn="l" fontAlgn="auto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</a:pPr>
            <a:r>
              <a:rPr lang="en-US" altLang="en-US" sz="1000" b="0">
                <a:solidFill>
                  <a:srgbClr val="1F2329"/>
                </a:solidFill>
                <a:latin typeface="微软雅黑"/>
                <a:ea typeface="微软雅黑"/>
                <a:cs typeface="微软雅黑"/>
                <a:sym typeface="+mn-ea"/>
              </a:rPr>
              <a:t>送客时明确预约下次到店</a:t>
            </a:r>
            <a:endParaRPr lang="en-US" altLang="en-US" sz="1600">
              <a:solidFill>
                <a:schemeClr val="tx1">
                  <a:lumMod val="85000"/>
                  <a:lumOff val="15000"/>
                </a:schemeClr>
              </a:solidFill>
              <a:sym typeface="+mn-ea"/>
            </a:endParaRPr>
          </a:p>
          <a:p>
            <a:pPr lvl="0" indent="0" algn="l" fontAlgn="auto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</a:pPr>
            <a:r>
              <a:rPr lang="zh-CN" altLang="en-US" sz="800" b="0">
                <a:solidFill>
                  <a:srgbClr val="6E8299"/>
                </a:solidFill>
                <a:latin typeface="微软雅黑"/>
                <a:ea typeface="微软雅黑"/>
                <a:cs typeface="微软雅黑"/>
                <a:sym typeface="+mn-ea"/>
              </a:rPr>
              <a:t>Send off with a clear next-visit reminder</a:t>
            </a:r>
            <a:endParaRPr lang="zh-CN" altLang="en-US" sz="1150">
              <a:solidFill>
                <a:srgbClr val="6E8299"/>
              </a:solidFill>
              <a:latin typeface="+mn-ea"/>
              <a:cs typeface="+mn-ea"/>
              <a:sym typeface="+mn-ea"/>
            </a:endParaRPr>
          </a:p>
        </p:txBody>
      </p:sp>
      <p:sp>
        <p:nvSpPr>
          <p:cNvPr id="73" name="圆角矩形 8"/>
          <p:cNvSpPr/>
          <p:nvPr/>
        </p:nvSpPr>
        <p:spPr>
          <a:xfrm>
            <a:off x="3474720" y="4585716"/>
            <a:ext cx="4142232" cy="480060"/>
          </a:xfrm>
          <a:prstGeom prst="roundRect">
            <a:avLst>
              <a:gd name="adj" fmla="val 50000"/>
            </a:avLst>
          </a:prstGeom>
          <a:solidFill>
            <a:srgbClr val="EBF0F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lIns="109728" tIns="0" rIns="109728" bIns="0" numCol="1" spcCol="0" rtlCol="0" fromWordArt="0" anchor="ctr" anchorCtr="0" forceAA="0" compatLnSpc="1">
            <a:noAutofit/>
          </a:bodyPr>
          <a:lstStyle/>
          <a:p>
            <a:pPr lvl="0" indent="0" algn="l" fontAlgn="auto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</a:pPr>
            <a:r>
              <a:rPr lang="en-US" altLang="en-US" sz="1000" b="0">
                <a:solidFill>
                  <a:srgbClr val="1F2329"/>
                </a:solidFill>
                <a:latin typeface="微软雅黑"/>
                <a:ea typeface="微软雅黑"/>
                <a:cs typeface="微软雅黑"/>
                <a:sym typeface="+mn-ea"/>
              </a:rPr>
              <a:t>休息区与前台随时保持整洁</a:t>
            </a:r>
            <a:endParaRPr lang="en-US" altLang="en-US" sz="1600">
              <a:solidFill>
                <a:schemeClr val="tx1">
                  <a:lumMod val="85000"/>
                  <a:lumOff val="15000"/>
                </a:schemeClr>
              </a:solidFill>
              <a:sym typeface="+mn-ea"/>
            </a:endParaRPr>
          </a:p>
          <a:p>
            <a:pPr lvl="0" indent="0" algn="l" fontAlgn="auto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</a:pPr>
            <a:r>
              <a:rPr lang="zh-CN" altLang="en-US" sz="800" b="0">
                <a:solidFill>
                  <a:srgbClr val="6E8299"/>
                </a:solidFill>
                <a:latin typeface="微软雅黑"/>
                <a:ea typeface="微软雅黑"/>
                <a:cs typeface="微软雅黑"/>
                <a:sym typeface="+mn-ea"/>
              </a:rPr>
              <a:t>Keep the lounge and counter tidy at all times</a:t>
            </a:r>
            <a:endParaRPr lang="zh-CN" altLang="en-US" sz="1150">
              <a:solidFill>
                <a:srgbClr val="6E8299"/>
              </a:solidFill>
              <a:latin typeface="+mn-ea"/>
              <a:cs typeface="+mn-ea"/>
              <a:sym typeface="+mn-ea"/>
            </a:endParaRPr>
          </a:p>
        </p:txBody>
      </p:sp>
      <p:sp>
        <p:nvSpPr>
          <p:cNvPr id="74" name="圆角矩形 9"/>
          <p:cNvSpPr/>
          <p:nvPr/>
        </p:nvSpPr>
        <p:spPr>
          <a:xfrm>
            <a:off x="3474720" y="4023360"/>
            <a:ext cx="4142232" cy="480060"/>
          </a:xfrm>
          <a:prstGeom prst="roundRect">
            <a:avLst>
              <a:gd name="adj" fmla="val 50000"/>
            </a:avLst>
          </a:prstGeom>
          <a:solidFill>
            <a:srgbClr val="EBF0F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lIns="109728" tIns="0" rIns="109728" bIns="0" numCol="1" spcCol="0" rtlCol="0" fromWordArt="0" anchor="ctr" anchorCtr="0" forceAA="0" compatLnSpc="1">
            <a:noAutofit/>
          </a:bodyPr>
          <a:lstStyle/>
          <a:p>
            <a:pPr lvl="0" indent="0" algn="l" fontAlgn="auto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</a:pPr>
            <a:r>
              <a:rPr lang="en-US" altLang="en-US" sz="1000" b="0">
                <a:solidFill>
                  <a:srgbClr val="1F2329"/>
                </a:solidFill>
                <a:latin typeface="微软雅黑"/>
                <a:ea typeface="微软雅黑"/>
                <a:cs typeface="微软雅黑"/>
                <a:sym typeface="+mn-ea"/>
              </a:rPr>
              <a:t>规范接听电话与回复 WhatsApp</a:t>
            </a:r>
            <a:endParaRPr lang="en-US" altLang="en-US" sz="1600">
              <a:solidFill>
                <a:schemeClr val="tx1">
                  <a:lumMod val="85000"/>
                  <a:lumOff val="15000"/>
                </a:schemeClr>
              </a:solidFill>
              <a:sym typeface="+mn-ea"/>
            </a:endParaRPr>
          </a:p>
          <a:p>
            <a:pPr lvl="0" indent="0" algn="l" fontAlgn="auto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</a:pPr>
            <a:r>
              <a:rPr lang="zh-CN" altLang="en-US" sz="800" b="0">
                <a:solidFill>
                  <a:srgbClr val="6E8299"/>
                </a:solidFill>
                <a:latin typeface="微软雅黑"/>
                <a:ea typeface="微软雅黑"/>
                <a:cs typeface="微软雅黑"/>
                <a:sym typeface="+mn-ea"/>
              </a:rPr>
              <a:t>Answer phone and WhatsApp professionally</a:t>
            </a:r>
            <a:endParaRPr lang="zh-CN" altLang="en-US" sz="1150">
              <a:solidFill>
                <a:srgbClr val="6E8299"/>
              </a:solidFill>
              <a:latin typeface="+mn-ea"/>
              <a:cs typeface="+mn-ea"/>
              <a:sym typeface="+mn-ea"/>
            </a:endParaRPr>
          </a:p>
        </p:txBody>
      </p:sp>
      <p:sp>
        <p:nvSpPr>
          <p:cNvPr id="75" name="圆角矩形 35"/>
          <p:cNvSpPr/>
          <p:nvPr/>
        </p:nvSpPr>
        <p:spPr>
          <a:xfrm>
            <a:off x="603504" y="4604004"/>
            <a:ext cx="2743200" cy="44348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solidFill>
              <a:schemeClr val="accent1">
                <a:lumMod val="20000"/>
                <a:lumOff val="80000"/>
              </a:schemeClr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46304" tIns="0" rIns="146304" bIns="0" rtlCol="0" anchor="ctr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en-US" sz="700" b="0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+mn-ea"/>
              </a:rPr>
              <a:t>Keep It Tidy</a:t>
            </a:r>
            <a:endParaRPr lang="zh-CN" altLang="en-US" sz="950">
              <a:solidFill>
                <a:schemeClr val="lt1">
                  <a:lumMod val="100000"/>
                </a:schemeClr>
              </a:solidFill>
              <a:latin typeface="+mn-ea"/>
              <a:cs typeface="+mn-ea"/>
              <a:sym typeface="+mn-ea"/>
            </a:endParaRP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en-US" sz="850" b="1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+mn-ea"/>
              </a:rPr>
              <a:t>区域整洁</a:t>
            </a:r>
            <a:endParaRPr lang="zh-CN" altLang="en-US" sz="950">
              <a:solidFill>
                <a:schemeClr val="lt1">
                  <a:lumMod val="100000"/>
                </a:schemeClr>
              </a:solidFill>
              <a:latin typeface="+mn-ea"/>
              <a:cs typeface="+mn-ea"/>
              <a:sym typeface="+mn-ea"/>
            </a:endParaRPr>
          </a:p>
        </p:txBody>
      </p:sp>
      <p:sp>
        <p:nvSpPr>
          <p:cNvPr id="76" name="圆角矩形 35"/>
          <p:cNvSpPr/>
          <p:nvPr/>
        </p:nvSpPr>
        <p:spPr>
          <a:xfrm>
            <a:off x="603504" y="4041648"/>
            <a:ext cx="2743200" cy="44348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solidFill>
              <a:schemeClr val="accent1">
                <a:lumMod val="20000"/>
                <a:lumOff val="80000"/>
              </a:schemeClr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46304" tIns="0" rIns="146304" bIns="0" rtlCol="0" anchor="ctr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en-US" sz="700" b="0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+mn-ea"/>
              </a:rPr>
              <a:t>Phone &amp; Chat</a:t>
            </a:r>
            <a:endParaRPr lang="zh-CN" altLang="en-US" sz="950">
              <a:solidFill>
                <a:schemeClr val="lt1">
                  <a:lumMod val="100000"/>
                </a:schemeClr>
              </a:solidFill>
              <a:latin typeface="+mn-ea"/>
              <a:cs typeface="+mn-ea"/>
              <a:sym typeface="+mn-ea"/>
            </a:endParaRP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en-US" sz="850" b="1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+mn-ea"/>
              </a:rPr>
              <a:t>电话与 WhatsApp</a:t>
            </a:r>
            <a:endParaRPr lang="zh-CN" altLang="en-US" sz="950">
              <a:solidFill>
                <a:schemeClr val="lt1">
                  <a:lumMod val="100000"/>
                </a:schemeClr>
              </a:solidFill>
              <a:latin typeface="+mn-ea"/>
              <a:cs typeface="+mn-ea"/>
              <a:sym typeface="+mn-ea"/>
            </a:endParaRPr>
          </a:p>
        </p:txBody>
      </p:sp>
      <p:sp>
        <p:nvSpPr>
          <p:cNvPr id="77" name="圆角矩形 35"/>
          <p:cNvSpPr/>
          <p:nvPr/>
        </p:nvSpPr>
        <p:spPr>
          <a:xfrm>
            <a:off x="603504" y="5166360"/>
            <a:ext cx="2743200" cy="44348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solidFill>
              <a:schemeClr val="accent1">
                <a:lumMod val="20000"/>
                <a:lumOff val="80000"/>
              </a:schemeClr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46304" tIns="0" rIns="146304" bIns="0" rtlCol="0" anchor="ctr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en-US" sz="700" b="0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+mn-ea"/>
              </a:rPr>
              <a:t>Send Off &amp; Book</a:t>
            </a:r>
            <a:endParaRPr lang="zh-CN" altLang="en-US" sz="950">
              <a:solidFill>
                <a:schemeClr val="lt1">
                  <a:lumMod val="100000"/>
                </a:schemeClr>
              </a:solidFill>
              <a:latin typeface="+mn-ea"/>
              <a:cs typeface="+mn-ea"/>
              <a:sym typeface="+mn-ea"/>
            </a:endParaRP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en-US" sz="850" b="1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+mn-ea"/>
              </a:rPr>
              <a:t>送客预约</a:t>
            </a:r>
            <a:endParaRPr lang="zh-CN" altLang="en-US" sz="950">
              <a:solidFill>
                <a:schemeClr val="lt1">
                  <a:lumMod val="100000"/>
                </a:schemeClr>
              </a:solidFill>
              <a:latin typeface="+mn-ea"/>
              <a:cs typeface="+mn-ea"/>
              <a:sym typeface="+mn-ea"/>
            </a:endParaRPr>
          </a:p>
        </p:txBody>
      </p:sp>
      <p:sp>
        <p:nvSpPr>
          <p:cNvPr id="78" name="圆角矩形 35"/>
          <p:cNvSpPr/>
          <p:nvPr/>
        </p:nvSpPr>
        <p:spPr>
          <a:xfrm>
            <a:off x="603504" y="5728715"/>
            <a:ext cx="2743200" cy="44348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solidFill>
              <a:schemeClr val="accent1">
                <a:lumMod val="20000"/>
                <a:lumOff val="80000"/>
              </a:schemeClr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46304" tIns="0" rIns="146304" bIns="0" rtlCol="0" anchor="ctr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en-US" sz="700" b="0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+mn-ea"/>
              </a:rPr>
              <a:t>No Public Dispute</a:t>
            </a:r>
            <a:endParaRPr lang="zh-CN" altLang="en-US" sz="950">
              <a:solidFill>
                <a:schemeClr val="lt1">
                  <a:lumMod val="100000"/>
                </a:schemeClr>
              </a:solidFill>
              <a:latin typeface="+mn-ea"/>
              <a:cs typeface="+mn-ea"/>
              <a:sym typeface="+mn-ea"/>
            </a:endParaRP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en-US" sz="850" b="1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+mn-ea"/>
              </a:rPr>
              <a:t>争执红线</a:t>
            </a:r>
            <a:endParaRPr lang="zh-CN" altLang="en-US" sz="950">
              <a:solidFill>
                <a:schemeClr val="lt1">
                  <a:lumMod val="100000"/>
                </a:schemeClr>
              </a:solidFill>
              <a:latin typeface="+mn-ea"/>
              <a:cs typeface="+mn-ea"/>
              <a:sym typeface="+mn-ea"/>
            </a:endParaRPr>
          </a:p>
        </p:txBody>
      </p:sp>
      <p:sp>
        <p:nvSpPr>
          <p:cNvPr id="79" name="AutoShape 2"/>
          <p:cNvSpPr/>
          <p:nvPr/>
        </p:nvSpPr>
        <p:spPr>
          <a:xfrm>
            <a:off x="0" y="0"/>
            <a:ext cx="8812221" cy="566928"/>
          </a:xfrm>
          <a:prstGeom prst="roundRect">
            <a:avLst>
              <a:gd name="adj" fmla="val 0"/>
            </a:avLst>
          </a:prstGeom>
          <a:solidFill>
            <a:srgbClr val="ED1C29">
              <a:alpha val="100000"/>
            </a:srgbClr>
          </a:solidFill>
          <a:ln w="25400">
            <a:noFill/>
            <a:prstDash val="solid"/>
          </a:ln>
        </p:spPr>
        <p:txBody>
          <a:bodyPr lIns="63500" tIns="63500" rIns="63500" bIns="635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/>
            </a:pPr>
            <a:endParaRPr sz="1055" kern="0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80" name="AutoShape 3"/>
          <p:cNvSpPr/>
          <p:nvPr/>
        </p:nvSpPr>
        <p:spPr>
          <a:xfrm>
            <a:off x="8249792" y="0"/>
            <a:ext cx="2762864" cy="566928"/>
          </a:xfrm>
          <a:prstGeom prst="parallelogram">
            <a:avLst/>
          </a:prstGeom>
          <a:solidFill>
            <a:srgbClr val="005AA9">
              <a:alpha val="100000"/>
            </a:srgbClr>
          </a:solidFill>
          <a:ln w="25400">
            <a:noFill/>
            <a:prstDash val="solid"/>
          </a:ln>
        </p:spPr>
        <p:txBody>
          <a:bodyPr lIns="63500" tIns="63500" rIns="63500" bIns="635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/>
            </a:pPr>
            <a:endParaRPr sz="1055" kern="0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81" name="AutoShape 4"/>
          <p:cNvSpPr/>
          <p:nvPr/>
        </p:nvSpPr>
        <p:spPr>
          <a:xfrm>
            <a:off x="8588375" y="0"/>
            <a:ext cx="3603625" cy="566928"/>
          </a:xfrm>
          <a:prstGeom prst="roundRect">
            <a:avLst>
              <a:gd name="adj" fmla="val 0"/>
            </a:avLst>
          </a:prstGeom>
          <a:solidFill>
            <a:srgbClr val="005AA9">
              <a:alpha val="100000"/>
            </a:srgbClr>
          </a:solidFill>
          <a:ln w="25400">
            <a:noFill/>
            <a:prstDash val="solid"/>
          </a:ln>
        </p:spPr>
        <p:txBody>
          <a:bodyPr lIns="63500" tIns="63500" rIns="63500" bIns="635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/>
            </a:pPr>
            <a:endParaRPr sz="1055" kern="0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pic>
        <p:nvPicPr>
          <p:cNvPr id="82" name="Picture 5"/>
          <p:cNvPicPr>
            <a:picLocks noChangeAspect="1"/>
          </p:cNvPicPr>
          <p:nvPr/>
        </p:nvPicPr>
        <p:blipFill>
          <a:blip r:embed="rId3"/>
          <a:srcRect t="36978" b="45732"/>
          <a:stretch>
            <a:fillRect/>
          </a:stretch>
        </p:blipFill>
        <p:spPr>
          <a:xfrm>
            <a:off x="9364524" y="139920"/>
            <a:ext cx="1549829" cy="267948"/>
          </a:xfrm>
          <a:prstGeom prst="roundRect">
            <a:avLst>
              <a:gd name="adj" fmla="val 0"/>
            </a:avLst>
          </a:prstGeom>
          <a:ln>
            <a:noFill/>
            <a:prstDash val="solid"/>
          </a:ln>
        </p:spPr>
      </p:pic>
      <p:sp>
        <p:nvSpPr>
          <p:cNvPr id="83" name="AutoShape 1"/>
          <p:cNvSpPr/>
          <p:nvPr/>
        </p:nvSpPr>
        <p:spPr>
          <a:xfrm>
            <a:off x="0" y="6473952"/>
            <a:ext cx="8812221" cy="384048"/>
          </a:xfrm>
          <a:prstGeom prst="roundRect">
            <a:avLst>
              <a:gd name="adj" fmla="val 0"/>
            </a:avLst>
          </a:prstGeom>
          <a:solidFill>
            <a:srgbClr val="ED1C29">
              <a:alpha val="100000"/>
            </a:srgbClr>
          </a:solidFill>
          <a:ln w="25400">
            <a:noFill/>
            <a:prstDash val="solid"/>
          </a:ln>
        </p:spPr>
        <p:txBody>
          <a:bodyPr lIns="63500" tIns="63500" rIns="63500" bIns="635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/>
            </a:pPr>
            <a:endParaRPr sz="1010" kern="0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84" name="AutoShape 2"/>
          <p:cNvSpPr/>
          <p:nvPr/>
        </p:nvSpPr>
        <p:spPr>
          <a:xfrm>
            <a:off x="665034" y="6569556"/>
            <a:ext cx="4749800" cy="192841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0" tIns="6350" rIns="0" bIns="0" rtlCol="0" anchor="t">
            <a:spAutoFit/>
          </a:bodyPr>
          <a:lstStyle/>
          <a:p>
            <a:pPr marL="1270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230" b="0" i="0" u="none" strike="noStrike" kern="0">
                <a:solidFill>
                  <a:srgbClr val="FFFFFF"/>
                </a:solidFill>
                <a:latin typeface="Arial" panose="020B0604020202020204"/>
                <a:ea typeface="微软雅黑" panose="020B0503020204020204" charset="-122"/>
                <a:cs typeface="Inter 18pt SemiBold"/>
                <a:sym typeface="Inter 18pt SemiBold"/>
              </a:rPr>
              <a:t>Your Neighbourhood Auto Care Expert</a:t>
            </a:r>
            <a:endParaRPr lang="en-US" sz="1230" b="0" i="0" u="none" strike="noStrike" kern="0">
              <a:solidFill>
                <a:srgbClr val="FFFFFF"/>
              </a:solidFill>
              <a:latin typeface="Arial" panose="020B0604020202020204"/>
              <a:ea typeface="微软雅黑" panose="020B0503020204020204" charset="-122"/>
              <a:cs typeface="Inter 18pt SemiBold"/>
              <a:sym typeface="Inter 18pt SemiBold"/>
            </a:endParaRPr>
          </a:p>
        </p:txBody>
      </p:sp>
      <p:sp>
        <p:nvSpPr>
          <p:cNvPr id="85" name="AutoShape 3"/>
          <p:cNvSpPr/>
          <p:nvPr/>
        </p:nvSpPr>
        <p:spPr>
          <a:xfrm>
            <a:off x="8249792" y="6473952"/>
            <a:ext cx="2762864" cy="384048"/>
          </a:xfrm>
          <a:prstGeom prst="parallelogram">
            <a:avLst/>
          </a:prstGeom>
          <a:solidFill>
            <a:srgbClr val="005AA9">
              <a:alpha val="100000"/>
            </a:srgbClr>
          </a:solidFill>
          <a:ln w="25400">
            <a:noFill/>
            <a:prstDash val="solid"/>
          </a:ln>
        </p:spPr>
        <p:txBody>
          <a:bodyPr lIns="63500" tIns="63500" rIns="63500" bIns="635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/>
            </a:pPr>
            <a:endParaRPr sz="1010" kern="0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86" name="AutoShape 4"/>
          <p:cNvSpPr/>
          <p:nvPr/>
        </p:nvSpPr>
        <p:spPr>
          <a:xfrm>
            <a:off x="8588375" y="6473952"/>
            <a:ext cx="3603625" cy="384048"/>
          </a:xfrm>
          <a:prstGeom prst="roundRect">
            <a:avLst>
              <a:gd name="adj" fmla="val 0"/>
            </a:avLst>
          </a:prstGeom>
          <a:solidFill>
            <a:srgbClr val="005AA9">
              <a:alpha val="100000"/>
            </a:srgbClr>
          </a:solidFill>
          <a:ln w="25400">
            <a:noFill/>
            <a:prstDash val="solid"/>
          </a:ln>
        </p:spPr>
        <p:txBody>
          <a:bodyPr lIns="63500" tIns="63500" rIns="63500" bIns="635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/>
            </a:pPr>
            <a:endParaRPr sz="1010" kern="0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87" name="AutoShape 6"/>
          <p:cNvSpPr/>
          <p:nvPr/>
        </p:nvSpPr>
        <p:spPr>
          <a:xfrm>
            <a:off x="8936037" y="6569556"/>
            <a:ext cx="2908300" cy="192841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0" tIns="6350" rIns="0" bIns="0" rtlCol="0" anchor="t">
            <a:spAutoFit/>
          </a:bodyPr>
          <a:lstStyle/>
          <a:p>
            <a:pPr marL="1270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230" b="0" i="0" u="none" strike="noStrike" kern="0">
                <a:solidFill>
                  <a:srgbClr val="FFFFFF"/>
                </a:solidFill>
                <a:latin typeface="Arial" panose="020B0604020202020204"/>
                <a:ea typeface="微软雅黑" panose="020B0503020204020204" charset="-122"/>
                <a:cs typeface="Inter 18pt SemiBold"/>
                <a:sym typeface="Inter 18pt SemiBold"/>
                <a:hlinkClick r:id="rId3" tooltip="https://www.servauto.com.my/"/>
              </a:rPr>
              <a:t>www.servauto.com.my</a:t>
            </a:r>
            <a:endParaRPr lang="en-US" sz="1230" b="0" i="0" u="none" strike="noStrike" kern="0">
              <a:solidFill>
                <a:srgbClr val="FFFFFF"/>
              </a:solidFill>
              <a:latin typeface="Arial" panose="020B0604020202020204"/>
              <a:ea typeface="微软雅黑" panose="020B0503020204020204" charset="-122"/>
              <a:cs typeface="Inter 18pt SemiBold"/>
              <a:sym typeface="Inter 18pt SemiBold"/>
              <a:hlinkClick r:id="rId3" tooltip="https://www.servauto.com.my/"/>
            </a:endParaRPr>
          </a:p>
        </p:txBody>
      </p:sp>
      <p:sp>
        <p:nvSpPr>
          <p:cNvPr id="88" name="TextBox 87"/>
          <p:cNvSpPr txBox="1"/>
          <p:nvPr/>
        </p:nvSpPr>
        <p:spPr>
          <a:xfrm>
            <a:off x="667512" y="82296"/>
            <a:ext cx="841248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ServAuto 服务顾问培训 | Service Advisor Training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12648" y="585216"/>
            <a:ext cx="1097280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500" b="1">
                <a:solidFill>
                  <a:srgbClr val="0B1D35"/>
                </a:solidFill>
                <a:latin typeface="微软雅黑"/>
                <a:ea typeface="微软雅黑"/>
                <a:cs typeface="微软雅黑"/>
              </a:rPr>
              <a:t>Professional Image &amp; Etiquette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612648" y="1060704"/>
            <a:ext cx="10972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6E8299"/>
                </a:solidFill>
                <a:latin typeface="微软雅黑"/>
                <a:ea typeface="微软雅黑"/>
                <a:cs typeface="微软雅黑"/>
              </a:rPr>
              <a:t>职业形象与客户礼仪</a:t>
            </a:r>
          </a:p>
        </p:txBody>
      </p:sp>
      <p:sp>
        <p:nvSpPr>
          <p:cNvPr id="91" name="Rectangle 90"/>
          <p:cNvSpPr/>
          <p:nvPr/>
        </p:nvSpPr>
        <p:spPr>
          <a:xfrm>
            <a:off x="612648" y="1682496"/>
            <a:ext cx="10972800" cy="29260"/>
          </a:xfrm>
          <a:prstGeom prst="rect">
            <a:avLst/>
          </a:prstGeom>
          <a:solidFill>
            <a:srgbClr val="ED1C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圆角矩形 35"/>
          <p:cNvSpPr/>
          <p:nvPr/>
        </p:nvSpPr>
        <p:spPr>
          <a:xfrm>
            <a:off x="603504" y="2354579"/>
            <a:ext cx="2743200" cy="44348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solidFill>
              <a:schemeClr val="accent1">
                <a:lumMod val="20000"/>
                <a:lumOff val="80000"/>
              </a:schemeClr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46304" tIns="0" rIns="146304" bIns="0" rtlCol="0" anchor="ctr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en-US" sz="700" b="0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+mn-ea"/>
              </a:rPr>
              <a:t>Greet in 3 Seconds</a:t>
            </a:r>
            <a:endParaRPr lang="zh-CN" altLang="en-US" sz="950">
              <a:solidFill>
                <a:schemeClr val="lt1">
                  <a:lumMod val="100000"/>
                </a:schemeClr>
              </a:solidFill>
              <a:latin typeface="+mn-ea"/>
              <a:cs typeface="+mn-ea"/>
              <a:sym typeface="+mn-ea"/>
            </a:endParaRP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en-US" sz="850" b="1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+mn-ea"/>
              </a:rPr>
              <a:t>3 秒问候</a:t>
            </a:r>
            <a:endParaRPr lang="zh-CN" altLang="en-US" sz="950">
              <a:solidFill>
                <a:schemeClr val="lt1">
                  <a:lumMod val="100000"/>
                </a:schemeClr>
              </a:solidFill>
              <a:latin typeface="+mn-ea"/>
              <a:cs typeface="+mn-ea"/>
              <a:sym typeface="+mn-ea"/>
            </a:endParaRPr>
          </a:p>
        </p:txBody>
      </p:sp>
      <p:sp>
        <p:nvSpPr>
          <p:cNvPr id="69" name="圆角矩形 6"/>
          <p:cNvSpPr/>
          <p:nvPr/>
        </p:nvSpPr>
        <p:spPr>
          <a:xfrm>
            <a:off x="3474720" y="2336291"/>
            <a:ext cx="4142232" cy="480060"/>
          </a:xfrm>
          <a:prstGeom prst="roundRect">
            <a:avLst>
              <a:gd name="adj" fmla="val 50000"/>
            </a:avLst>
          </a:prstGeom>
          <a:solidFill>
            <a:srgbClr val="EBF0F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lIns="109728" tIns="0" rIns="109728" bIns="0" numCol="1" spcCol="0" rtlCol="0" fromWordArt="0" anchor="ctr" anchorCtr="0" forceAA="0" compatLnSpc="1">
            <a:noAutofit/>
          </a:bodyPr>
          <a:lstStyle/>
          <a:p>
            <a:pPr lvl="0" indent="0" algn="l" fontAlgn="auto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</a:pPr>
            <a:r>
              <a:rPr lang="en-US" altLang="en-US" sz="1000" b="0">
                <a:solidFill>
                  <a:srgbClr val="1F2329"/>
                </a:solidFill>
                <a:latin typeface="微软雅黑"/>
                <a:ea typeface="微软雅黑"/>
                <a:cs typeface="微软雅黑"/>
                <a:sym typeface="+mn-ea"/>
              </a:rPr>
              <a:t>客户到店 3 秒内主动问候</a:t>
            </a:r>
            <a:endParaRPr lang="en-US" altLang="en-US" sz="1600">
              <a:solidFill>
                <a:schemeClr val="tx1">
                  <a:lumMod val="85000"/>
                  <a:lumOff val="15000"/>
                </a:schemeClr>
              </a:solidFill>
              <a:sym typeface="+mn-ea"/>
            </a:endParaRPr>
          </a:p>
          <a:p>
            <a:pPr lvl="0" indent="0" algn="l" fontAlgn="auto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</a:pPr>
            <a:r>
              <a:rPr lang="zh-CN" altLang="en-US" sz="800" b="0">
                <a:solidFill>
                  <a:srgbClr val="6E8299"/>
                </a:solidFill>
                <a:latin typeface="微软雅黑"/>
                <a:ea typeface="微软雅黑"/>
                <a:cs typeface="微软雅黑"/>
                <a:sym typeface="+mn-ea"/>
              </a:rPr>
              <a:t>Greet within 3 seconds of arrival</a:t>
            </a:r>
            <a:endParaRPr lang="zh-CN" altLang="en-US" sz="1150">
              <a:solidFill>
                <a:srgbClr val="6E8299"/>
              </a:solidFill>
              <a:latin typeface="+mn-ea"/>
              <a:cs typeface="+mn-ea"/>
              <a:sym typeface="+mn-ea"/>
            </a:endParaRPr>
          </a:p>
        </p:txBody>
      </p:sp>
      <p:sp>
        <p:nvSpPr>
          <p:cNvPr id="70" name="圆角矩形 35"/>
          <p:cNvSpPr/>
          <p:nvPr/>
        </p:nvSpPr>
        <p:spPr>
          <a:xfrm>
            <a:off x="603504" y="2916936"/>
            <a:ext cx="2743200" cy="44348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solidFill>
              <a:schemeClr val="accent1">
                <a:lumMod val="20000"/>
                <a:lumOff val="80000"/>
              </a:schemeClr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46304" tIns="0" rIns="146304" bIns="0" rtlCol="0" anchor="ctr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en-US" sz="700" b="0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+mn-ea"/>
              </a:rPr>
              <a:t>Standard Greeting</a:t>
            </a:r>
            <a:endParaRPr lang="zh-CN" altLang="en-US" sz="950">
              <a:solidFill>
                <a:schemeClr val="lt1">
                  <a:lumMod val="100000"/>
                </a:schemeClr>
              </a:solidFill>
              <a:latin typeface="+mn-ea"/>
              <a:cs typeface="+mn-ea"/>
              <a:sym typeface="+mn-ea"/>
            </a:endParaRP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en-US" sz="850" b="1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+mn-ea"/>
              </a:rPr>
              <a:t>标准问候</a:t>
            </a:r>
            <a:endParaRPr lang="zh-CN" altLang="en-US" sz="950">
              <a:solidFill>
                <a:schemeClr val="lt1">
                  <a:lumMod val="100000"/>
                </a:schemeClr>
              </a:solidFill>
              <a:latin typeface="+mn-ea"/>
              <a:cs typeface="+mn-ea"/>
              <a:sym typeface="+mn-ea"/>
            </a:endParaRPr>
          </a:p>
        </p:txBody>
      </p:sp>
      <p:sp>
        <p:nvSpPr>
          <p:cNvPr id="69" name="圆角矩形 6"/>
          <p:cNvSpPr/>
          <p:nvPr/>
        </p:nvSpPr>
        <p:spPr>
          <a:xfrm>
            <a:off x="3474720" y="2898648"/>
            <a:ext cx="4142232" cy="480060"/>
          </a:xfrm>
          <a:prstGeom prst="roundRect">
            <a:avLst>
              <a:gd name="adj" fmla="val 50000"/>
            </a:avLst>
          </a:prstGeom>
          <a:solidFill>
            <a:srgbClr val="EBF0F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lIns="109728" tIns="0" rIns="109728" bIns="0" numCol="1" spcCol="0" rtlCol="0" fromWordArt="0" anchor="ctr" anchorCtr="0" forceAA="0" compatLnSpc="1">
            <a:noAutofit/>
          </a:bodyPr>
          <a:lstStyle/>
          <a:p>
            <a:pPr lvl="0" indent="0" algn="l" fontAlgn="auto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</a:pPr>
            <a:r>
              <a:rPr lang="en-US" altLang="en-US" sz="1000" b="0">
                <a:solidFill>
                  <a:srgbClr val="1F2329"/>
                </a:solidFill>
                <a:latin typeface="微软雅黑"/>
                <a:ea typeface="微软雅黑"/>
                <a:cs typeface="微软雅黑"/>
                <a:sym typeface="+mn-ea"/>
              </a:rPr>
              <a:t>按客群使用对应语言的标准问候</a:t>
            </a:r>
            <a:endParaRPr lang="en-US" altLang="en-US" sz="1600">
              <a:solidFill>
                <a:schemeClr val="tx1">
                  <a:lumMod val="85000"/>
                  <a:lumOff val="15000"/>
                </a:schemeClr>
              </a:solidFill>
              <a:sym typeface="+mn-ea"/>
            </a:endParaRPr>
          </a:p>
          <a:p>
            <a:pPr lvl="0" indent="0" algn="l" fontAlgn="auto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</a:pPr>
            <a:r>
              <a:rPr lang="zh-CN" altLang="en-US" sz="800" b="0">
                <a:solidFill>
                  <a:srgbClr val="6E8299"/>
                </a:solidFill>
                <a:latin typeface="微软雅黑"/>
                <a:ea typeface="微软雅黑"/>
                <a:cs typeface="微软雅黑"/>
                <a:sym typeface="+mn-ea"/>
              </a:rPr>
              <a:t>Use the ServAuto greeting in the right language</a:t>
            </a:r>
            <a:endParaRPr lang="zh-CN" altLang="en-US" sz="1150">
              <a:solidFill>
                <a:srgbClr val="6E8299"/>
              </a:solidFill>
              <a:latin typeface="+mn-ea"/>
              <a:cs typeface="+mn-ea"/>
              <a:sym typeface="+mn-ea"/>
            </a:endParaRPr>
          </a:p>
        </p:txBody>
      </p:sp>
      <p:sp>
        <p:nvSpPr>
          <p:cNvPr id="70" name="圆角矩形 35"/>
          <p:cNvSpPr/>
          <p:nvPr/>
        </p:nvSpPr>
        <p:spPr>
          <a:xfrm>
            <a:off x="603504" y="3479292"/>
            <a:ext cx="2743200" cy="44348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solidFill>
              <a:schemeClr val="accent1">
                <a:lumMod val="20000"/>
                <a:lumOff val="80000"/>
              </a:schemeClr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46304" tIns="0" rIns="146304" bIns="0" rtlCol="0" anchor="ctr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en-US" sz="700" b="0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+mn-ea"/>
              </a:rPr>
              <a:t>Seat &amp; Offer</a:t>
            </a:r>
            <a:endParaRPr lang="zh-CN" altLang="en-US" sz="950">
              <a:solidFill>
                <a:schemeClr val="lt1">
                  <a:lumMod val="100000"/>
                </a:schemeClr>
              </a:solidFill>
              <a:latin typeface="+mn-ea"/>
              <a:cs typeface="+mn-ea"/>
              <a:sym typeface="+mn-ea"/>
            </a:endParaRP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en-US" sz="850" b="1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+mn-ea"/>
              </a:rPr>
              <a:t>引导入座</a:t>
            </a:r>
            <a:endParaRPr lang="zh-CN" altLang="en-US" sz="950">
              <a:solidFill>
                <a:schemeClr val="lt1">
                  <a:lumMod val="100000"/>
                </a:schemeClr>
              </a:solidFill>
              <a:latin typeface="+mn-ea"/>
              <a:cs typeface="+mn-ea"/>
              <a:sym typeface="+mn-ea"/>
            </a:endParaRPr>
          </a:p>
        </p:txBody>
      </p:sp>
      <p:sp>
        <p:nvSpPr>
          <p:cNvPr id="69" name="圆角矩形 6"/>
          <p:cNvSpPr/>
          <p:nvPr/>
        </p:nvSpPr>
        <p:spPr>
          <a:xfrm>
            <a:off x="3474720" y="3461004"/>
            <a:ext cx="4142232" cy="480060"/>
          </a:xfrm>
          <a:prstGeom prst="roundRect">
            <a:avLst>
              <a:gd name="adj" fmla="val 50000"/>
            </a:avLst>
          </a:prstGeom>
          <a:solidFill>
            <a:srgbClr val="EBF0F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lIns="109728" tIns="0" rIns="109728" bIns="0" numCol="1" spcCol="0" rtlCol="0" fromWordArt="0" anchor="ctr" anchorCtr="0" forceAA="0" compatLnSpc="1">
            <a:noAutofit/>
          </a:bodyPr>
          <a:lstStyle/>
          <a:p>
            <a:pPr lvl="0" indent="0" algn="l" fontAlgn="auto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</a:pPr>
            <a:r>
              <a:rPr lang="en-US" altLang="en-US" sz="1000" b="0">
                <a:solidFill>
                  <a:srgbClr val="1F2329"/>
                </a:solidFill>
                <a:latin typeface="微软雅黑"/>
                <a:ea typeface="微软雅黑"/>
                <a:cs typeface="微软雅黑"/>
                <a:sym typeface="+mn-ea"/>
              </a:rPr>
              <a:t>引导入座、提供茶水、说明等待时间</a:t>
            </a:r>
            <a:endParaRPr lang="en-US" altLang="en-US" sz="1600">
              <a:solidFill>
                <a:schemeClr val="tx1">
                  <a:lumMod val="85000"/>
                  <a:lumOff val="15000"/>
                </a:schemeClr>
              </a:solidFill>
              <a:sym typeface="+mn-ea"/>
            </a:endParaRPr>
          </a:p>
          <a:p>
            <a:pPr lvl="0" indent="0" algn="l" fontAlgn="auto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</a:pPr>
            <a:r>
              <a:rPr lang="zh-CN" altLang="en-US" sz="800" b="0">
                <a:solidFill>
                  <a:srgbClr val="6E8299"/>
                </a:solidFill>
                <a:latin typeface="微软雅黑"/>
                <a:ea typeface="微软雅黑"/>
                <a:cs typeface="微软雅黑"/>
                <a:sym typeface="+mn-ea"/>
              </a:rPr>
              <a:t>Guide, offer drinks, explain the waiting time</a:t>
            </a:r>
            <a:endParaRPr lang="zh-CN" altLang="en-US" sz="1150">
              <a:solidFill>
                <a:srgbClr val="6E8299"/>
              </a:solidFill>
              <a:latin typeface="+mn-ea"/>
              <a:cs typeface="+mn-ea"/>
              <a:sym typeface="+mn-ea"/>
            </a:endParaRP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68" name="图片 3" descr="/data/temp/31c83b1c-a9fe-11f0-88da-76af0e732785.jpg@base@tag=imgScale&amp;m=1&amp;w=932&amp;h=1264&amp;q=9531c83b1c-a9fe-11f0-88da-76af0e732785"/>
          <p:cNvPicPr>
            <a:picLocks noChangeAspect="1"/>
          </p:cNvPicPr>
          <p:nvPr/>
        </p:nvPicPr>
        <p:blipFill>
          <a:blip r:embed="rId4"/>
          <a:srcRect l="13078" r="13157"/>
          <a:stretch>
            <a:fillRect/>
          </a:stretch>
        </p:blipFill>
        <p:spPr>
          <a:xfrm>
            <a:off x="8244205" y="1773936"/>
            <a:ext cx="3358515" cy="4480560"/>
          </a:xfrm>
          <a:prstGeom prst="round1Rect">
            <a:avLst>
              <a:gd name="adj" fmla="val 39814"/>
            </a:avLst>
          </a:prstGeom>
          <a:solidFill>
            <a:schemeClr val="accent1">
              <a:alpha val="15000"/>
            </a:schemeClr>
          </a:solidFill>
          <a:ln w="9525" cap="flat" cmpd="sng" algn="ctr">
            <a:solidFill>
              <a:schemeClr val="accent1">
                <a:lumMod val="100000"/>
                <a:alpha val="15000"/>
              </a:schemeClr>
            </a:solidFill>
            <a:prstDash val="solid"/>
            <a:round/>
            <a:headEnd type="none" w="med" len="med"/>
            <a:tailEnd type="none" w="med" len="med"/>
          </a:ln>
          <a:effectLst>
            <a:outerShdw blurRad="203200" dist="38100" dir="2700000" algn="tl" rotWithShape="0">
              <a:schemeClr val="accent1">
                <a:alpha val="60000"/>
              </a:schemeClr>
            </a:outerShdw>
          </a:effectLst>
        </p:spPr>
      </p:pic>
      <p:sp>
        <p:nvSpPr>
          <p:cNvPr id="69" name="圆角矩形 6"/>
          <p:cNvSpPr/>
          <p:nvPr/>
        </p:nvSpPr>
        <p:spPr>
          <a:xfrm>
            <a:off x="3474720" y="1773936"/>
            <a:ext cx="4142232" cy="560396"/>
          </a:xfrm>
          <a:prstGeom prst="roundRect">
            <a:avLst>
              <a:gd name="adj" fmla="val 50000"/>
            </a:avLst>
          </a:prstGeom>
          <a:solidFill>
            <a:srgbClr val="EBF0F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lIns="109728" tIns="0" rIns="109728" bIns="0" numCol="1" spcCol="0" rtlCol="0" fromWordArt="0" anchor="ctr" anchorCtr="0" forceAA="0" compatLnSpc="1">
            <a:noAutofit/>
          </a:bodyPr>
          <a:lstStyle/>
          <a:p>
            <a:pPr lvl="0" indent="0" algn="l" fontAlgn="auto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</a:pPr>
            <a:r>
              <a:rPr lang="en-US" altLang="en-US" sz="1050" b="0">
                <a:solidFill>
                  <a:srgbClr val="1F2329"/>
                </a:solidFill>
                <a:latin typeface="微软雅黑"/>
                <a:ea typeface="微软雅黑"/>
                <a:cs typeface="微软雅黑"/>
                <a:sym typeface="+mn-ea"/>
              </a:rPr>
              <a:t>预约与到店接待</a:t>
            </a:r>
            <a:endParaRPr lang="en-US" altLang="en-US" sz="1600">
              <a:solidFill>
                <a:schemeClr val="tx1">
                  <a:lumMod val="85000"/>
                  <a:lumOff val="15000"/>
                </a:schemeClr>
              </a:solidFill>
              <a:sym typeface="+mn-ea"/>
            </a:endParaRPr>
          </a:p>
          <a:p>
            <a:pPr lvl="0" indent="0" algn="l" fontAlgn="auto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</a:pPr>
            <a:r>
              <a:rPr lang="zh-CN" altLang="en-US" sz="850" b="0">
                <a:solidFill>
                  <a:srgbClr val="6E8299"/>
                </a:solidFill>
                <a:latin typeface="微软雅黑"/>
                <a:ea typeface="微软雅黑"/>
                <a:cs typeface="微软雅黑"/>
                <a:sym typeface="+mn-ea"/>
              </a:rPr>
              <a:t>Appointment and arrival</a:t>
            </a:r>
            <a:endParaRPr lang="zh-CN" altLang="en-US" sz="1150">
              <a:solidFill>
                <a:srgbClr val="6E8299"/>
              </a:solidFill>
              <a:latin typeface="+mn-ea"/>
              <a:cs typeface="+mn-ea"/>
              <a:sym typeface="+mn-ea"/>
            </a:endParaRPr>
          </a:p>
        </p:txBody>
      </p:sp>
      <p:sp>
        <p:nvSpPr>
          <p:cNvPr id="70" name="圆角矩形 35"/>
          <p:cNvSpPr/>
          <p:nvPr/>
        </p:nvSpPr>
        <p:spPr>
          <a:xfrm>
            <a:off x="603504" y="1792224"/>
            <a:ext cx="2743200" cy="52382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solidFill>
              <a:schemeClr val="accent1">
                <a:lumMod val="20000"/>
                <a:lumOff val="80000"/>
              </a:schemeClr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46304" tIns="0" rIns="146304" bIns="0" rtlCol="0" anchor="ctr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en-US" sz="750" b="0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+mn-ea"/>
              </a:rPr>
              <a:t>Arrival</a:t>
            </a:r>
            <a:endParaRPr lang="zh-CN" altLang="en-US" sz="950">
              <a:solidFill>
                <a:schemeClr val="lt1">
                  <a:lumMod val="100000"/>
                </a:schemeClr>
              </a:solidFill>
              <a:latin typeface="+mn-ea"/>
              <a:cs typeface="+mn-ea"/>
              <a:sym typeface="+mn-ea"/>
            </a:endParaRP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en-US" sz="900" b="1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+mn-ea"/>
              </a:rPr>
              <a:t>到店接待</a:t>
            </a:r>
            <a:endParaRPr lang="zh-CN" altLang="en-US" sz="950">
              <a:solidFill>
                <a:schemeClr val="lt1">
                  <a:lumMod val="100000"/>
                </a:schemeClr>
              </a:solidFill>
              <a:latin typeface="+mn-ea"/>
              <a:cs typeface="+mn-ea"/>
              <a:sym typeface="+mn-ea"/>
            </a:endParaRPr>
          </a:p>
        </p:txBody>
      </p:sp>
      <p:sp>
        <p:nvSpPr>
          <p:cNvPr id="71" name="圆角矩形 1"/>
          <p:cNvSpPr/>
          <p:nvPr/>
        </p:nvSpPr>
        <p:spPr>
          <a:xfrm>
            <a:off x="3474720" y="5630091"/>
            <a:ext cx="4142232" cy="560396"/>
          </a:xfrm>
          <a:prstGeom prst="roundRect">
            <a:avLst>
              <a:gd name="adj" fmla="val 50000"/>
            </a:avLst>
          </a:prstGeom>
          <a:solidFill>
            <a:srgbClr val="EBF0F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lIns="109728" tIns="0" rIns="109728" bIns="0" numCol="1" spcCol="0" rtlCol="0" fromWordArt="0" anchor="ctr" anchorCtr="0" forceAA="0" compatLnSpc="1">
            <a:noAutofit/>
          </a:bodyPr>
          <a:lstStyle/>
          <a:p>
            <a:pPr lvl="0" indent="0" algn="l" fontAlgn="auto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</a:pPr>
            <a:r>
              <a:rPr lang="en-US" altLang="en-US" sz="1050" b="0">
                <a:solidFill>
                  <a:srgbClr val="1F2329"/>
                </a:solidFill>
                <a:latin typeface="微软雅黑"/>
                <a:ea typeface="微软雅黑"/>
                <a:cs typeface="微软雅黑"/>
                <a:sym typeface="+mn-ea"/>
              </a:rPr>
              <a:t>送客与预约下次到店</a:t>
            </a:r>
            <a:endParaRPr lang="en-US" altLang="en-US" sz="1600">
              <a:solidFill>
                <a:schemeClr val="tx1">
                  <a:lumMod val="85000"/>
                  <a:lumOff val="15000"/>
                </a:schemeClr>
              </a:solidFill>
              <a:sym typeface="+mn-ea"/>
            </a:endParaRPr>
          </a:p>
          <a:p>
            <a:pPr lvl="0" indent="0" algn="l" fontAlgn="auto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</a:pPr>
            <a:r>
              <a:rPr lang="zh-CN" altLang="en-US" sz="850" b="0">
                <a:solidFill>
                  <a:srgbClr val="6E8299"/>
                </a:solidFill>
                <a:latin typeface="微软雅黑"/>
                <a:ea typeface="微软雅黑"/>
                <a:cs typeface="微软雅黑"/>
                <a:sym typeface="+mn-ea"/>
              </a:rPr>
              <a:t>Send off and book the next visit</a:t>
            </a:r>
            <a:endParaRPr lang="zh-CN" altLang="en-US" sz="1150">
              <a:solidFill>
                <a:srgbClr val="6E8299"/>
              </a:solidFill>
              <a:latin typeface="+mn-ea"/>
              <a:cs typeface="+mn-ea"/>
              <a:sym typeface="+mn-ea"/>
            </a:endParaRPr>
          </a:p>
        </p:txBody>
      </p:sp>
      <p:sp>
        <p:nvSpPr>
          <p:cNvPr id="72" name="圆角矩形 4"/>
          <p:cNvSpPr/>
          <p:nvPr/>
        </p:nvSpPr>
        <p:spPr>
          <a:xfrm>
            <a:off x="3474720" y="4987398"/>
            <a:ext cx="4142232" cy="560396"/>
          </a:xfrm>
          <a:prstGeom prst="roundRect">
            <a:avLst>
              <a:gd name="adj" fmla="val 50000"/>
            </a:avLst>
          </a:prstGeom>
          <a:solidFill>
            <a:srgbClr val="EBF0F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lIns="109728" tIns="0" rIns="109728" bIns="0" numCol="1" spcCol="0" rtlCol="0" fromWordArt="0" anchor="ctr" anchorCtr="0" forceAA="0" compatLnSpc="1">
            <a:noAutofit/>
          </a:bodyPr>
          <a:lstStyle/>
          <a:p>
            <a:pPr lvl="0" indent="0" algn="l" fontAlgn="auto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</a:pPr>
            <a:r>
              <a:rPr lang="en-US" altLang="en-US" sz="1050" b="0">
                <a:solidFill>
                  <a:srgbClr val="1F2329"/>
                </a:solidFill>
                <a:latin typeface="微软雅黑"/>
                <a:ea typeface="微软雅黑"/>
                <a:cs typeface="微软雅黑"/>
                <a:sym typeface="+mn-ea"/>
              </a:rPr>
              <a:t>交车讲解与旧件展示</a:t>
            </a:r>
            <a:endParaRPr lang="en-US" altLang="en-US" sz="1600">
              <a:solidFill>
                <a:schemeClr val="tx1">
                  <a:lumMod val="85000"/>
                  <a:lumOff val="15000"/>
                </a:schemeClr>
              </a:solidFill>
              <a:sym typeface="+mn-ea"/>
            </a:endParaRPr>
          </a:p>
          <a:p>
            <a:pPr lvl="0" indent="0" algn="l" fontAlgn="auto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</a:pPr>
            <a:r>
              <a:rPr lang="zh-CN" altLang="en-US" sz="850" b="0">
                <a:solidFill>
                  <a:srgbClr val="6E8299"/>
                </a:solidFill>
                <a:latin typeface="微软雅黑"/>
                <a:ea typeface="微软雅黑"/>
                <a:cs typeface="微软雅黑"/>
                <a:sym typeface="+mn-ea"/>
              </a:rPr>
              <a:t>Vehicle handover and old-part show</a:t>
            </a:r>
            <a:endParaRPr lang="zh-CN" altLang="en-US" sz="1150">
              <a:solidFill>
                <a:srgbClr val="6E8299"/>
              </a:solidFill>
              <a:latin typeface="+mn-ea"/>
              <a:cs typeface="+mn-ea"/>
              <a:sym typeface="+mn-ea"/>
            </a:endParaRPr>
          </a:p>
        </p:txBody>
      </p:sp>
      <p:sp>
        <p:nvSpPr>
          <p:cNvPr id="73" name="圆角矩形 8"/>
          <p:cNvSpPr/>
          <p:nvPr/>
        </p:nvSpPr>
        <p:spPr>
          <a:xfrm>
            <a:off x="3474720" y="4344706"/>
            <a:ext cx="4142232" cy="560396"/>
          </a:xfrm>
          <a:prstGeom prst="roundRect">
            <a:avLst>
              <a:gd name="adj" fmla="val 50000"/>
            </a:avLst>
          </a:prstGeom>
          <a:solidFill>
            <a:srgbClr val="EBF0F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lIns="109728" tIns="0" rIns="109728" bIns="0" numCol="1" spcCol="0" rtlCol="0" fromWordArt="0" anchor="ctr" anchorCtr="0" forceAA="0" compatLnSpc="1">
            <a:noAutofit/>
          </a:bodyPr>
          <a:lstStyle/>
          <a:p>
            <a:pPr lvl="0" indent="0" algn="l" fontAlgn="auto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</a:pPr>
            <a:r>
              <a:rPr lang="en-US" altLang="en-US" sz="1050" b="0">
                <a:solidFill>
                  <a:srgbClr val="1F2329"/>
                </a:solidFill>
                <a:latin typeface="微软雅黑"/>
                <a:ea typeface="微软雅黑"/>
                <a:cs typeface="微软雅黑"/>
                <a:sym typeface="+mn-ea"/>
              </a:rPr>
              <a:t>施工进度跟踪与客户同步</a:t>
            </a:r>
            <a:endParaRPr lang="en-US" altLang="en-US" sz="1600">
              <a:solidFill>
                <a:schemeClr val="tx1">
                  <a:lumMod val="85000"/>
                  <a:lumOff val="15000"/>
                </a:schemeClr>
              </a:solidFill>
              <a:sym typeface="+mn-ea"/>
            </a:endParaRPr>
          </a:p>
          <a:p>
            <a:pPr lvl="0" indent="0" algn="l" fontAlgn="auto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</a:pPr>
            <a:r>
              <a:rPr lang="zh-CN" altLang="en-US" sz="850" b="0">
                <a:solidFill>
                  <a:srgbClr val="6E8299"/>
                </a:solidFill>
                <a:latin typeface="微软雅黑"/>
                <a:ea typeface="微软雅黑"/>
                <a:cs typeface="微软雅黑"/>
                <a:sym typeface="+mn-ea"/>
              </a:rPr>
              <a:t>Progress tracking and customer update</a:t>
            </a:r>
            <a:endParaRPr lang="zh-CN" altLang="en-US" sz="1150">
              <a:solidFill>
                <a:srgbClr val="6E8299"/>
              </a:solidFill>
              <a:latin typeface="+mn-ea"/>
              <a:cs typeface="+mn-ea"/>
              <a:sym typeface="+mn-ea"/>
            </a:endParaRPr>
          </a:p>
        </p:txBody>
      </p:sp>
      <p:sp>
        <p:nvSpPr>
          <p:cNvPr id="74" name="圆角矩形 9"/>
          <p:cNvSpPr/>
          <p:nvPr/>
        </p:nvSpPr>
        <p:spPr>
          <a:xfrm>
            <a:off x="3474720" y="3702013"/>
            <a:ext cx="4142232" cy="560396"/>
          </a:xfrm>
          <a:prstGeom prst="roundRect">
            <a:avLst>
              <a:gd name="adj" fmla="val 50000"/>
            </a:avLst>
          </a:prstGeom>
          <a:solidFill>
            <a:srgbClr val="EBF0F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lIns="109728" tIns="0" rIns="109728" bIns="0" numCol="1" spcCol="0" rtlCol="0" fromWordArt="0" anchor="ctr" anchorCtr="0" forceAA="0" compatLnSpc="1">
            <a:noAutofit/>
          </a:bodyPr>
          <a:lstStyle/>
          <a:p>
            <a:pPr lvl="0" indent="0" algn="l" fontAlgn="auto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</a:pPr>
            <a:r>
              <a:rPr lang="en-US" altLang="en-US" sz="1050" b="0">
                <a:solidFill>
                  <a:srgbClr val="1F2329"/>
                </a:solidFill>
                <a:latin typeface="微软雅黑"/>
                <a:ea typeface="微软雅黑"/>
                <a:cs typeface="微软雅黑"/>
                <a:sym typeface="+mn-ea"/>
              </a:rPr>
              <a:t>引领客户至客休区 → 开立工单与信息传递</a:t>
            </a:r>
            <a:endParaRPr lang="en-US" altLang="en-US" sz="1600">
              <a:solidFill>
                <a:schemeClr val="tx1">
                  <a:lumMod val="85000"/>
                  <a:lumOff val="15000"/>
                </a:schemeClr>
              </a:solidFill>
              <a:sym typeface="+mn-ea"/>
            </a:endParaRPr>
          </a:p>
          <a:p>
            <a:pPr lvl="0" indent="0" algn="l" fontAlgn="auto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</a:pPr>
            <a:r>
              <a:rPr lang="zh-CN" altLang="en-US" sz="850" b="0">
                <a:solidFill>
                  <a:srgbClr val="6E8299"/>
                </a:solidFill>
                <a:latin typeface="微软雅黑"/>
                <a:ea typeface="微软雅黑"/>
                <a:cs typeface="微软雅黑"/>
                <a:sym typeface="+mn-ea"/>
              </a:rPr>
              <a:t>Escort to lounge, raise job card and pass on info</a:t>
            </a:r>
            <a:endParaRPr lang="zh-CN" altLang="en-US" sz="1150">
              <a:solidFill>
                <a:srgbClr val="6E8299"/>
              </a:solidFill>
              <a:latin typeface="+mn-ea"/>
              <a:cs typeface="+mn-ea"/>
              <a:sym typeface="+mn-ea"/>
            </a:endParaRPr>
          </a:p>
        </p:txBody>
      </p:sp>
      <p:sp>
        <p:nvSpPr>
          <p:cNvPr id="75" name="圆角矩形 35"/>
          <p:cNvSpPr/>
          <p:nvPr/>
        </p:nvSpPr>
        <p:spPr>
          <a:xfrm>
            <a:off x="603504" y="4362994"/>
            <a:ext cx="2743200" cy="52382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solidFill>
              <a:schemeClr val="accent1">
                <a:lumMod val="20000"/>
                <a:lumOff val="80000"/>
              </a:schemeClr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46304" tIns="0" rIns="146304" bIns="0" rtlCol="0" anchor="ctr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en-US" sz="750" b="0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+mn-ea"/>
              </a:rPr>
              <a:t>Progress</a:t>
            </a:r>
            <a:endParaRPr lang="zh-CN" altLang="en-US" sz="950">
              <a:solidFill>
                <a:schemeClr val="lt1">
                  <a:lumMod val="100000"/>
                </a:schemeClr>
              </a:solidFill>
              <a:latin typeface="+mn-ea"/>
              <a:cs typeface="+mn-ea"/>
              <a:sym typeface="+mn-ea"/>
            </a:endParaRP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en-US" sz="900" b="1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+mn-ea"/>
              </a:rPr>
              <a:t>进度同步</a:t>
            </a:r>
            <a:endParaRPr lang="zh-CN" altLang="en-US" sz="950">
              <a:solidFill>
                <a:schemeClr val="lt1">
                  <a:lumMod val="100000"/>
                </a:schemeClr>
              </a:solidFill>
              <a:latin typeface="+mn-ea"/>
              <a:cs typeface="+mn-ea"/>
              <a:sym typeface="+mn-ea"/>
            </a:endParaRPr>
          </a:p>
        </p:txBody>
      </p:sp>
      <p:sp>
        <p:nvSpPr>
          <p:cNvPr id="76" name="圆角矩形 35"/>
          <p:cNvSpPr/>
          <p:nvPr/>
        </p:nvSpPr>
        <p:spPr>
          <a:xfrm>
            <a:off x="603504" y="3720301"/>
            <a:ext cx="2743200" cy="52382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solidFill>
              <a:schemeClr val="accent1">
                <a:lumMod val="20000"/>
                <a:lumOff val="80000"/>
              </a:schemeClr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46304" tIns="0" rIns="146304" bIns="0" rtlCol="0" anchor="ctr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en-US" sz="750" b="0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+mn-ea"/>
              </a:rPr>
              <a:t>Job Card</a:t>
            </a:r>
            <a:endParaRPr lang="zh-CN" altLang="en-US" sz="950">
              <a:solidFill>
                <a:schemeClr val="lt1">
                  <a:lumMod val="100000"/>
                </a:schemeClr>
              </a:solidFill>
              <a:latin typeface="+mn-ea"/>
              <a:cs typeface="+mn-ea"/>
              <a:sym typeface="+mn-ea"/>
            </a:endParaRP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en-US" sz="900" b="1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+mn-ea"/>
              </a:rPr>
              <a:t>开单传递</a:t>
            </a:r>
            <a:endParaRPr lang="zh-CN" altLang="en-US" sz="950">
              <a:solidFill>
                <a:schemeClr val="lt1">
                  <a:lumMod val="100000"/>
                </a:schemeClr>
              </a:solidFill>
              <a:latin typeface="+mn-ea"/>
              <a:cs typeface="+mn-ea"/>
              <a:sym typeface="+mn-ea"/>
            </a:endParaRPr>
          </a:p>
        </p:txBody>
      </p:sp>
      <p:sp>
        <p:nvSpPr>
          <p:cNvPr id="77" name="圆角矩形 35"/>
          <p:cNvSpPr/>
          <p:nvPr/>
        </p:nvSpPr>
        <p:spPr>
          <a:xfrm>
            <a:off x="603504" y="5005686"/>
            <a:ext cx="2743200" cy="52382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solidFill>
              <a:schemeClr val="accent1">
                <a:lumMod val="20000"/>
                <a:lumOff val="80000"/>
              </a:schemeClr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46304" tIns="0" rIns="146304" bIns="0" rtlCol="0" anchor="ctr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en-US" sz="750" b="0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+mn-ea"/>
              </a:rPr>
              <a:t>Handover</a:t>
            </a:r>
            <a:endParaRPr lang="zh-CN" altLang="en-US" sz="950">
              <a:solidFill>
                <a:schemeClr val="lt1">
                  <a:lumMod val="100000"/>
                </a:schemeClr>
              </a:solidFill>
              <a:latin typeface="+mn-ea"/>
              <a:cs typeface="+mn-ea"/>
              <a:sym typeface="+mn-ea"/>
            </a:endParaRP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en-US" sz="900" b="1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+mn-ea"/>
              </a:rPr>
              <a:t>交车讲解</a:t>
            </a:r>
            <a:endParaRPr lang="zh-CN" altLang="en-US" sz="950">
              <a:solidFill>
                <a:schemeClr val="lt1">
                  <a:lumMod val="100000"/>
                </a:schemeClr>
              </a:solidFill>
              <a:latin typeface="+mn-ea"/>
              <a:cs typeface="+mn-ea"/>
              <a:sym typeface="+mn-ea"/>
            </a:endParaRPr>
          </a:p>
        </p:txBody>
      </p:sp>
      <p:sp>
        <p:nvSpPr>
          <p:cNvPr id="78" name="圆角矩形 35"/>
          <p:cNvSpPr/>
          <p:nvPr/>
        </p:nvSpPr>
        <p:spPr>
          <a:xfrm>
            <a:off x="603504" y="5648379"/>
            <a:ext cx="2743200" cy="52382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solidFill>
              <a:schemeClr val="accent1">
                <a:lumMod val="20000"/>
                <a:lumOff val="80000"/>
              </a:schemeClr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46304" tIns="0" rIns="146304" bIns="0" rtlCol="0" anchor="ctr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en-US" sz="750" b="0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+mn-ea"/>
              </a:rPr>
              <a:t>Send Off</a:t>
            </a:r>
            <a:endParaRPr lang="zh-CN" altLang="en-US" sz="950">
              <a:solidFill>
                <a:schemeClr val="lt1">
                  <a:lumMod val="100000"/>
                </a:schemeClr>
              </a:solidFill>
              <a:latin typeface="+mn-ea"/>
              <a:cs typeface="+mn-ea"/>
              <a:sym typeface="+mn-ea"/>
            </a:endParaRP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en-US" sz="900" b="1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+mn-ea"/>
              </a:rPr>
              <a:t>送客预约</a:t>
            </a:r>
            <a:endParaRPr lang="zh-CN" altLang="en-US" sz="950">
              <a:solidFill>
                <a:schemeClr val="lt1">
                  <a:lumMod val="100000"/>
                </a:schemeClr>
              </a:solidFill>
              <a:latin typeface="+mn-ea"/>
              <a:cs typeface="+mn-ea"/>
              <a:sym typeface="+mn-ea"/>
            </a:endParaRPr>
          </a:p>
        </p:txBody>
      </p:sp>
      <p:sp>
        <p:nvSpPr>
          <p:cNvPr id="79" name="AutoShape 2"/>
          <p:cNvSpPr/>
          <p:nvPr/>
        </p:nvSpPr>
        <p:spPr>
          <a:xfrm>
            <a:off x="0" y="0"/>
            <a:ext cx="8812221" cy="566928"/>
          </a:xfrm>
          <a:prstGeom prst="roundRect">
            <a:avLst>
              <a:gd name="adj" fmla="val 0"/>
            </a:avLst>
          </a:prstGeom>
          <a:solidFill>
            <a:srgbClr val="ED1C29">
              <a:alpha val="100000"/>
            </a:srgbClr>
          </a:solidFill>
          <a:ln w="25400">
            <a:noFill/>
            <a:prstDash val="solid"/>
          </a:ln>
        </p:spPr>
        <p:txBody>
          <a:bodyPr lIns="63500" tIns="63500" rIns="63500" bIns="635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/>
            </a:pPr>
            <a:endParaRPr sz="1055" kern="0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80" name="AutoShape 3"/>
          <p:cNvSpPr/>
          <p:nvPr/>
        </p:nvSpPr>
        <p:spPr>
          <a:xfrm>
            <a:off x="8249792" y="0"/>
            <a:ext cx="2762864" cy="566928"/>
          </a:xfrm>
          <a:prstGeom prst="parallelogram">
            <a:avLst/>
          </a:prstGeom>
          <a:solidFill>
            <a:srgbClr val="005AA9">
              <a:alpha val="100000"/>
            </a:srgbClr>
          </a:solidFill>
          <a:ln w="25400">
            <a:noFill/>
            <a:prstDash val="solid"/>
          </a:ln>
        </p:spPr>
        <p:txBody>
          <a:bodyPr lIns="63500" tIns="63500" rIns="63500" bIns="635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/>
            </a:pPr>
            <a:endParaRPr sz="1055" kern="0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81" name="AutoShape 4"/>
          <p:cNvSpPr/>
          <p:nvPr/>
        </p:nvSpPr>
        <p:spPr>
          <a:xfrm>
            <a:off x="8588375" y="0"/>
            <a:ext cx="3603625" cy="566928"/>
          </a:xfrm>
          <a:prstGeom prst="roundRect">
            <a:avLst>
              <a:gd name="adj" fmla="val 0"/>
            </a:avLst>
          </a:prstGeom>
          <a:solidFill>
            <a:srgbClr val="005AA9">
              <a:alpha val="100000"/>
            </a:srgbClr>
          </a:solidFill>
          <a:ln w="25400">
            <a:noFill/>
            <a:prstDash val="solid"/>
          </a:ln>
        </p:spPr>
        <p:txBody>
          <a:bodyPr lIns="63500" tIns="63500" rIns="63500" bIns="635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/>
            </a:pPr>
            <a:endParaRPr sz="1055" kern="0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pic>
        <p:nvPicPr>
          <p:cNvPr id="82" name="Picture 5"/>
          <p:cNvPicPr>
            <a:picLocks noChangeAspect="1"/>
          </p:cNvPicPr>
          <p:nvPr/>
        </p:nvPicPr>
        <p:blipFill>
          <a:blip r:embed="rId3"/>
          <a:srcRect t="36978" b="45732"/>
          <a:stretch>
            <a:fillRect/>
          </a:stretch>
        </p:blipFill>
        <p:spPr>
          <a:xfrm>
            <a:off x="9364524" y="139920"/>
            <a:ext cx="1549829" cy="267948"/>
          </a:xfrm>
          <a:prstGeom prst="roundRect">
            <a:avLst>
              <a:gd name="adj" fmla="val 0"/>
            </a:avLst>
          </a:prstGeom>
          <a:ln>
            <a:noFill/>
            <a:prstDash val="solid"/>
          </a:ln>
        </p:spPr>
      </p:pic>
      <p:sp>
        <p:nvSpPr>
          <p:cNvPr id="83" name="AutoShape 1"/>
          <p:cNvSpPr/>
          <p:nvPr/>
        </p:nvSpPr>
        <p:spPr>
          <a:xfrm>
            <a:off x="0" y="6473952"/>
            <a:ext cx="8812221" cy="384048"/>
          </a:xfrm>
          <a:prstGeom prst="roundRect">
            <a:avLst>
              <a:gd name="adj" fmla="val 0"/>
            </a:avLst>
          </a:prstGeom>
          <a:solidFill>
            <a:srgbClr val="ED1C29">
              <a:alpha val="100000"/>
            </a:srgbClr>
          </a:solidFill>
          <a:ln w="25400">
            <a:noFill/>
            <a:prstDash val="solid"/>
          </a:ln>
        </p:spPr>
        <p:txBody>
          <a:bodyPr lIns="63500" tIns="63500" rIns="63500" bIns="635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/>
            </a:pPr>
            <a:endParaRPr sz="1010" kern="0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84" name="AutoShape 2"/>
          <p:cNvSpPr/>
          <p:nvPr/>
        </p:nvSpPr>
        <p:spPr>
          <a:xfrm>
            <a:off x="665034" y="6569556"/>
            <a:ext cx="4749800" cy="192841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0" tIns="6350" rIns="0" bIns="0" rtlCol="0" anchor="t">
            <a:spAutoFit/>
          </a:bodyPr>
          <a:lstStyle/>
          <a:p>
            <a:pPr marL="1270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230" b="0" i="0" u="none" strike="noStrike" kern="0">
                <a:solidFill>
                  <a:srgbClr val="FFFFFF"/>
                </a:solidFill>
                <a:latin typeface="Arial" panose="020B0604020202020204"/>
                <a:ea typeface="微软雅黑" panose="020B0503020204020204" charset="-122"/>
                <a:cs typeface="Inter 18pt SemiBold"/>
                <a:sym typeface="Inter 18pt SemiBold"/>
              </a:rPr>
              <a:t>Your Neighbourhood Auto Care Expert</a:t>
            </a:r>
            <a:endParaRPr lang="en-US" sz="1230" b="0" i="0" u="none" strike="noStrike" kern="0">
              <a:solidFill>
                <a:srgbClr val="FFFFFF"/>
              </a:solidFill>
              <a:latin typeface="Arial" panose="020B0604020202020204"/>
              <a:ea typeface="微软雅黑" panose="020B0503020204020204" charset="-122"/>
              <a:cs typeface="Inter 18pt SemiBold"/>
              <a:sym typeface="Inter 18pt SemiBold"/>
            </a:endParaRPr>
          </a:p>
        </p:txBody>
      </p:sp>
      <p:sp>
        <p:nvSpPr>
          <p:cNvPr id="85" name="AutoShape 3"/>
          <p:cNvSpPr/>
          <p:nvPr/>
        </p:nvSpPr>
        <p:spPr>
          <a:xfrm>
            <a:off x="8249792" y="6473952"/>
            <a:ext cx="2762864" cy="384048"/>
          </a:xfrm>
          <a:prstGeom prst="parallelogram">
            <a:avLst/>
          </a:prstGeom>
          <a:solidFill>
            <a:srgbClr val="005AA9">
              <a:alpha val="100000"/>
            </a:srgbClr>
          </a:solidFill>
          <a:ln w="25400">
            <a:noFill/>
            <a:prstDash val="solid"/>
          </a:ln>
        </p:spPr>
        <p:txBody>
          <a:bodyPr lIns="63500" tIns="63500" rIns="63500" bIns="635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/>
            </a:pPr>
            <a:endParaRPr sz="1010" kern="0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86" name="AutoShape 4"/>
          <p:cNvSpPr/>
          <p:nvPr/>
        </p:nvSpPr>
        <p:spPr>
          <a:xfrm>
            <a:off x="8588375" y="6473952"/>
            <a:ext cx="3603625" cy="384048"/>
          </a:xfrm>
          <a:prstGeom prst="roundRect">
            <a:avLst>
              <a:gd name="adj" fmla="val 0"/>
            </a:avLst>
          </a:prstGeom>
          <a:solidFill>
            <a:srgbClr val="005AA9">
              <a:alpha val="100000"/>
            </a:srgbClr>
          </a:solidFill>
          <a:ln w="25400">
            <a:noFill/>
            <a:prstDash val="solid"/>
          </a:ln>
        </p:spPr>
        <p:txBody>
          <a:bodyPr lIns="63500" tIns="63500" rIns="63500" bIns="635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/>
            </a:pPr>
            <a:endParaRPr sz="1010" kern="0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87" name="AutoShape 6"/>
          <p:cNvSpPr/>
          <p:nvPr/>
        </p:nvSpPr>
        <p:spPr>
          <a:xfrm>
            <a:off x="8936037" y="6569556"/>
            <a:ext cx="2908300" cy="192841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0" tIns="6350" rIns="0" bIns="0" rtlCol="0" anchor="t">
            <a:spAutoFit/>
          </a:bodyPr>
          <a:lstStyle/>
          <a:p>
            <a:pPr marL="1270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230" b="0" i="0" u="none" strike="noStrike" kern="0">
                <a:solidFill>
                  <a:srgbClr val="FFFFFF"/>
                </a:solidFill>
                <a:latin typeface="Arial" panose="020B0604020202020204"/>
                <a:ea typeface="微软雅黑" panose="020B0503020204020204" charset="-122"/>
                <a:cs typeface="Inter 18pt SemiBold"/>
                <a:sym typeface="Inter 18pt SemiBold"/>
                <a:hlinkClick r:id="rId3" tooltip="https://www.servauto.com.my/"/>
              </a:rPr>
              <a:t>www.servauto.com.my</a:t>
            </a:r>
            <a:endParaRPr lang="en-US" sz="1230" b="0" i="0" u="none" strike="noStrike" kern="0">
              <a:solidFill>
                <a:srgbClr val="FFFFFF"/>
              </a:solidFill>
              <a:latin typeface="Arial" panose="020B0604020202020204"/>
              <a:ea typeface="微软雅黑" panose="020B0503020204020204" charset="-122"/>
              <a:cs typeface="Inter 18pt SemiBold"/>
              <a:sym typeface="Inter 18pt SemiBold"/>
              <a:hlinkClick r:id="rId3" tooltip="https://www.servauto.com.my/"/>
            </a:endParaRPr>
          </a:p>
        </p:txBody>
      </p:sp>
      <p:sp>
        <p:nvSpPr>
          <p:cNvPr id="88" name="TextBox 87"/>
          <p:cNvSpPr txBox="1"/>
          <p:nvPr/>
        </p:nvSpPr>
        <p:spPr>
          <a:xfrm>
            <a:off x="667512" y="82296"/>
            <a:ext cx="841248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ServAuto 服务顾问培训 | Service Advisor Training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12648" y="585216"/>
            <a:ext cx="1097280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500" b="1">
                <a:solidFill>
                  <a:srgbClr val="0B1D35"/>
                </a:solidFill>
                <a:latin typeface="微软雅黑"/>
                <a:ea typeface="微软雅黑"/>
                <a:cs typeface="微软雅黑"/>
              </a:rPr>
              <a:t>Reception Service SOP - 7 Steps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612648" y="1060704"/>
            <a:ext cx="10972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6E8299"/>
                </a:solidFill>
                <a:latin typeface="微软雅黑"/>
                <a:ea typeface="微软雅黑"/>
                <a:cs typeface="微软雅黑"/>
              </a:rPr>
              <a:t>接待服务七步法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612648" y="1371600"/>
            <a:ext cx="10972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ED1C29"/>
                </a:solidFill>
                <a:latin typeface="微软雅黑"/>
                <a:ea typeface="微软雅黑"/>
                <a:cs typeface="微软雅黑"/>
              </a:rPr>
              <a:t>岗位主轴 · Your core duty</a:t>
            </a:r>
          </a:p>
        </p:txBody>
      </p:sp>
      <p:sp>
        <p:nvSpPr>
          <p:cNvPr id="92" name="Rectangle 91"/>
          <p:cNvSpPr/>
          <p:nvPr/>
        </p:nvSpPr>
        <p:spPr>
          <a:xfrm>
            <a:off x="612648" y="1682496"/>
            <a:ext cx="10972800" cy="29260"/>
          </a:xfrm>
          <a:prstGeom prst="rect">
            <a:avLst/>
          </a:prstGeom>
          <a:solidFill>
            <a:srgbClr val="ED1C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圆角矩形 35"/>
          <p:cNvSpPr/>
          <p:nvPr/>
        </p:nvSpPr>
        <p:spPr>
          <a:xfrm>
            <a:off x="603504" y="2434916"/>
            <a:ext cx="2743200" cy="52382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solidFill>
              <a:schemeClr val="accent1">
                <a:lumMod val="20000"/>
                <a:lumOff val="80000"/>
              </a:schemeClr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46304" tIns="0" rIns="146304" bIns="0" rtlCol="0" anchor="ctr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en-US" sz="750" b="0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+mn-ea"/>
              </a:rPr>
              <a:t>Walk-around</a:t>
            </a:r>
            <a:endParaRPr lang="zh-CN" altLang="en-US" sz="950">
              <a:solidFill>
                <a:schemeClr val="lt1">
                  <a:lumMod val="100000"/>
                </a:schemeClr>
              </a:solidFill>
              <a:latin typeface="+mn-ea"/>
              <a:cs typeface="+mn-ea"/>
              <a:sym typeface="+mn-ea"/>
            </a:endParaRP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en-US" sz="900" b="1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+mn-ea"/>
              </a:rPr>
              <a:t>环车检查</a:t>
            </a:r>
            <a:endParaRPr lang="zh-CN" altLang="en-US" sz="950">
              <a:solidFill>
                <a:schemeClr val="lt1">
                  <a:lumMod val="100000"/>
                </a:schemeClr>
              </a:solidFill>
              <a:latin typeface="+mn-ea"/>
              <a:cs typeface="+mn-ea"/>
              <a:sym typeface="+mn-ea"/>
            </a:endParaRPr>
          </a:p>
        </p:txBody>
      </p:sp>
      <p:sp>
        <p:nvSpPr>
          <p:cNvPr id="69" name="圆角矩形 6"/>
          <p:cNvSpPr/>
          <p:nvPr/>
        </p:nvSpPr>
        <p:spPr>
          <a:xfrm>
            <a:off x="3474720" y="2416628"/>
            <a:ext cx="4142232" cy="560396"/>
          </a:xfrm>
          <a:prstGeom prst="roundRect">
            <a:avLst>
              <a:gd name="adj" fmla="val 50000"/>
            </a:avLst>
          </a:prstGeom>
          <a:solidFill>
            <a:srgbClr val="EBF0F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lIns="109728" tIns="0" rIns="109728" bIns="0" numCol="1" spcCol="0" rtlCol="0" fromWordArt="0" anchor="ctr" anchorCtr="0" forceAA="0" compatLnSpc="1">
            <a:noAutofit/>
          </a:bodyPr>
          <a:lstStyle/>
          <a:p>
            <a:pPr lvl="0" indent="0" algn="l" fontAlgn="auto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</a:pPr>
            <a:r>
              <a:rPr lang="en-US" altLang="en-US" sz="1050" b="0">
                <a:solidFill>
                  <a:srgbClr val="1F2329"/>
                </a:solidFill>
                <a:latin typeface="微软雅黑"/>
                <a:ea typeface="微软雅黑"/>
                <a:cs typeface="微软雅黑"/>
                <a:sym typeface="+mn-ea"/>
              </a:rPr>
              <a:t>环车检查与车况拍照留档（无技师接车时）</a:t>
            </a:r>
            <a:endParaRPr lang="en-US" altLang="en-US" sz="1600">
              <a:solidFill>
                <a:schemeClr val="tx1">
                  <a:lumMod val="85000"/>
                  <a:lumOff val="15000"/>
                </a:schemeClr>
              </a:solidFill>
              <a:sym typeface="+mn-ea"/>
            </a:endParaRPr>
          </a:p>
          <a:p>
            <a:pPr lvl="0" indent="0" algn="l" fontAlgn="auto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</a:pPr>
            <a:r>
              <a:rPr lang="zh-CN" altLang="en-US" sz="850" b="0">
                <a:solidFill>
                  <a:srgbClr val="6E8299"/>
                </a:solidFill>
                <a:latin typeface="微软雅黑"/>
                <a:ea typeface="微软雅黑"/>
                <a:cs typeface="微软雅黑"/>
                <a:sym typeface="+mn-ea"/>
              </a:rPr>
              <a:t>Vehicle walk-around and photo record (no technician)</a:t>
            </a:r>
            <a:endParaRPr lang="zh-CN" altLang="en-US" sz="1150">
              <a:solidFill>
                <a:srgbClr val="6E8299"/>
              </a:solidFill>
              <a:latin typeface="+mn-ea"/>
              <a:cs typeface="+mn-ea"/>
              <a:sym typeface="+mn-ea"/>
            </a:endParaRPr>
          </a:p>
        </p:txBody>
      </p:sp>
      <p:sp>
        <p:nvSpPr>
          <p:cNvPr id="70" name="圆角矩形 35"/>
          <p:cNvSpPr/>
          <p:nvPr/>
        </p:nvSpPr>
        <p:spPr>
          <a:xfrm>
            <a:off x="603504" y="3077609"/>
            <a:ext cx="2743200" cy="52382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solidFill>
              <a:schemeClr val="accent1">
                <a:lumMod val="20000"/>
                <a:lumOff val="80000"/>
              </a:schemeClr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46304" tIns="0" rIns="146304" bIns="0" rtlCol="0" anchor="ctr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en-US" sz="750" b="0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+mn-ea"/>
              </a:rPr>
              <a:t>Valuables</a:t>
            </a:r>
            <a:endParaRPr lang="zh-CN" altLang="en-US" sz="950">
              <a:solidFill>
                <a:schemeClr val="lt1">
                  <a:lumMod val="100000"/>
                </a:schemeClr>
              </a:solidFill>
              <a:latin typeface="+mn-ea"/>
              <a:cs typeface="+mn-ea"/>
              <a:sym typeface="+mn-ea"/>
            </a:endParaRP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en-US" sz="900" b="1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+mn-ea"/>
              </a:rPr>
              <a:t>贵重物品</a:t>
            </a:r>
            <a:endParaRPr lang="zh-CN" altLang="en-US" sz="950">
              <a:solidFill>
                <a:schemeClr val="lt1">
                  <a:lumMod val="100000"/>
                </a:schemeClr>
              </a:solidFill>
              <a:latin typeface="+mn-ea"/>
              <a:cs typeface="+mn-ea"/>
              <a:sym typeface="+mn-ea"/>
            </a:endParaRPr>
          </a:p>
        </p:txBody>
      </p:sp>
      <p:sp>
        <p:nvSpPr>
          <p:cNvPr id="69" name="圆角矩形 6"/>
          <p:cNvSpPr/>
          <p:nvPr/>
        </p:nvSpPr>
        <p:spPr>
          <a:xfrm>
            <a:off x="3474720" y="3059321"/>
            <a:ext cx="4142232" cy="560396"/>
          </a:xfrm>
          <a:prstGeom prst="roundRect">
            <a:avLst>
              <a:gd name="adj" fmla="val 50000"/>
            </a:avLst>
          </a:prstGeom>
          <a:solidFill>
            <a:srgbClr val="EBF0F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lIns="109728" tIns="0" rIns="109728" bIns="0" numCol="1" spcCol="0" rtlCol="0" fromWordArt="0" anchor="ctr" anchorCtr="0" forceAA="0" compatLnSpc="1">
            <a:noAutofit/>
          </a:bodyPr>
          <a:lstStyle/>
          <a:p>
            <a:pPr lvl="0" indent="0" algn="l" fontAlgn="auto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</a:pPr>
            <a:r>
              <a:rPr lang="en-US" altLang="en-US" sz="1050" b="0">
                <a:solidFill>
                  <a:srgbClr val="1F2329"/>
                </a:solidFill>
                <a:latin typeface="微软雅黑"/>
                <a:ea typeface="微软雅黑"/>
                <a:cs typeface="微软雅黑"/>
                <a:sym typeface="+mn-ea"/>
              </a:rPr>
              <a:t>提醒贵重物品、记录特别关注事项</a:t>
            </a:r>
            <a:endParaRPr lang="en-US" altLang="en-US" sz="1600">
              <a:solidFill>
                <a:schemeClr val="tx1">
                  <a:lumMod val="85000"/>
                  <a:lumOff val="15000"/>
                </a:schemeClr>
              </a:solidFill>
              <a:sym typeface="+mn-ea"/>
            </a:endParaRPr>
          </a:p>
          <a:p>
            <a:pPr lvl="0" indent="0" algn="l" fontAlgn="auto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</a:pPr>
            <a:r>
              <a:rPr lang="zh-CN" altLang="en-US" sz="850" b="0">
                <a:solidFill>
                  <a:srgbClr val="6E8299"/>
                </a:solidFill>
                <a:latin typeface="微软雅黑"/>
                <a:ea typeface="微软雅黑"/>
                <a:cs typeface="微软雅黑"/>
                <a:sym typeface="+mn-ea"/>
              </a:rPr>
              <a:t>Remind about valuables and note special concerns</a:t>
            </a:r>
            <a:endParaRPr lang="zh-CN" altLang="en-US" sz="1150">
              <a:solidFill>
                <a:srgbClr val="6E8299"/>
              </a:solidFill>
              <a:latin typeface="+mn-ea"/>
              <a:cs typeface="+mn-ea"/>
              <a:sym typeface="+mn-ea"/>
            </a:endParaRP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9" name="AutoShape 2"/>
          <p:cNvSpPr/>
          <p:nvPr/>
        </p:nvSpPr>
        <p:spPr>
          <a:xfrm>
            <a:off x="0" y="0"/>
            <a:ext cx="8812221" cy="566928"/>
          </a:xfrm>
          <a:prstGeom prst="roundRect">
            <a:avLst>
              <a:gd name="adj" fmla="val 0"/>
            </a:avLst>
          </a:prstGeom>
          <a:solidFill>
            <a:srgbClr val="ED1C29">
              <a:alpha val="100000"/>
            </a:srgbClr>
          </a:solidFill>
          <a:ln w="25400">
            <a:noFill/>
            <a:prstDash val="solid"/>
          </a:ln>
        </p:spPr>
        <p:txBody>
          <a:bodyPr lIns="63500" tIns="63500" rIns="63500" bIns="635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/>
            </a:pPr>
            <a:endParaRPr sz="1055" kern="0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80" name="AutoShape 3"/>
          <p:cNvSpPr/>
          <p:nvPr/>
        </p:nvSpPr>
        <p:spPr>
          <a:xfrm>
            <a:off x="8249792" y="0"/>
            <a:ext cx="2762864" cy="566928"/>
          </a:xfrm>
          <a:prstGeom prst="parallelogram">
            <a:avLst/>
          </a:prstGeom>
          <a:solidFill>
            <a:srgbClr val="005AA9">
              <a:alpha val="100000"/>
            </a:srgbClr>
          </a:solidFill>
          <a:ln w="25400">
            <a:noFill/>
            <a:prstDash val="solid"/>
          </a:ln>
        </p:spPr>
        <p:txBody>
          <a:bodyPr lIns="63500" tIns="63500" rIns="63500" bIns="635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/>
            </a:pPr>
            <a:endParaRPr sz="1055" kern="0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81" name="AutoShape 4"/>
          <p:cNvSpPr/>
          <p:nvPr/>
        </p:nvSpPr>
        <p:spPr>
          <a:xfrm>
            <a:off x="8588375" y="0"/>
            <a:ext cx="3603625" cy="566928"/>
          </a:xfrm>
          <a:prstGeom prst="roundRect">
            <a:avLst>
              <a:gd name="adj" fmla="val 0"/>
            </a:avLst>
          </a:prstGeom>
          <a:solidFill>
            <a:srgbClr val="005AA9">
              <a:alpha val="100000"/>
            </a:srgbClr>
          </a:solidFill>
          <a:ln w="25400">
            <a:noFill/>
            <a:prstDash val="solid"/>
          </a:ln>
        </p:spPr>
        <p:txBody>
          <a:bodyPr lIns="63500" tIns="63500" rIns="63500" bIns="635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/>
            </a:pPr>
            <a:endParaRPr sz="1055" kern="0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pic>
        <p:nvPicPr>
          <p:cNvPr id="82" name="Picture 5"/>
          <p:cNvPicPr>
            <a:picLocks noChangeAspect="1"/>
          </p:cNvPicPr>
          <p:nvPr/>
        </p:nvPicPr>
        <p:blipFill>
          <a:blip r:embed="rId3"/>
          <a:srcRect t="36978" b="45732"/>
          <a:stretch>
            <a:fillRect/>
          </a:stretch>
        </p:blipFill>
        <p:spPr>
          <a:xfrm>
            <a:off x="9364524" y="139920"/>
            <a:ext cx="1549829" cy="267948"/>
          </a:xfrm>
          <a:prstGeom prst="roundRect">
            <a:avLst>
              <a:gd name="adj" fmla="val 0"/>
            </a:avLst>
          </a:prstGeom>
          <a:ln>
            <a:noFill/>
            <a:prstDash val="solid"/>
          </a:ln>
        </p:spPr>
      </p:pic>
      <p:sp>
        <p:nvSpPr>
          <p:cNvPr id="83" name="AutoShape 1"/>
          <p:cNvSpPr/>
          <p:nvPr/>
        </p:nvSpPr>
        <p:spPr>
          <a:xfrm>
            <a:off x="0" y="6473952"/>
            <a:ext cx="8812221" cy="384048"/>
          </a:xfrm>
          <a:prstGeom prst="roundRect">
            <a:avLst>
              <a:gd name="adj" fmla="val 0"/>
            </a:avLst>
          </a:prstGeom>
          <a:solidFill>
            <a:srgbClr val="ED1C29">
              <a:alpha val="100000"/>
            </a:srgbClr>
          </a:solidFill>
          <a:ln w="25400">
            <a:noFill/>
            <a:prstDash val="solid"/>
          </a:ln>
        </p:spPr>
        <p:txBody>
          <a:bodyPr lIns="63500" tIns="63500" rIns="63500" bIns="635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/>
            </a:pPr>
            <a:endParaRPr sz="1010" kern="0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84" name="AutoShape 2"/>
          <p:cNvSpPr/>
          <p:nvPr/>
        </p:nvSpPr>
        <p:spPr>
          <a:xfrm>
            <a:off x="665034" y="6569556"/>
            <a:ext cx="4749800" cy="192841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0" tIns="6350" rIns="0" bIns="0" rtlCol="0" anchor="t">
            <a:spAutoFit/>
          </a:bodyPr>
          <a:lstStyle/>
          <a:p>
            <a:pPr marL="1270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230" b="0" i="0" u="none" strike="noStrike" kern="0">
                <a:solidFill>
                  <a:srgbClr val="FFFFFF"/>
                </a:solidFill>
                <a:latin typeface="Arial" panose="020B0604020202020204"/>
                <a:ea typeface="微软雅黑" panose="020B0503020204020204" charset="-122"/>
                <a:cs typeface="Inter 18pt SemiBold"/>
                <a:sym typeface="Inter 18pt SemiBold"/>
              </a:rPr>
              <a:t>Your Neighbourhood Auto Care Expert</a:t>
            </a:r>
            <a:endParaRPr lang="en-US" sz="1230" b="0" i="0" u="none" strike="noStrike" kern="0">
              <a:solidFill>
                <a:srgbClr val="FFFFFF"/>
              </a:solidFill>
              <a:latin typeface="Arial" panose="020B0604020202020204"/>
              <a:ea typeface="微软雅黑" panose="020B0503020204020204" charset="-122"/>
              <a:cs typeface="Inter 18pt SemiBold"/>
              <a:sym typeface="Inter 18pt SemiBold"/>
            </a:endParaRPr>
          </a:p>
        </p:txBody>
      </p:sp>
      <p:sp>
        <p:nvSpPr>
          <p:cNvPr id="85" name="AutoShape 3"/>
          <p:cNvSpPr/>
          <p:nvPr/>
        </p:nvSpPr>
        <p:spPr>
          <a:xfrm>
            <a:off x="8249792" y="6473952"/>
            <a:ext cx="2762864" cy="384048"/>
          </a:xfrm>
          <a:prstGeom prst="parallelogram">
            <a:avLst/>
          </a:prstGeom>
          <a:solidFill>
            <a:srgbClr val="005AA9">
              <a:alpha val="100000"/>
            </a:srgbClr>
          </a:solidFill>
          <a:ln w="25400">
            <a:noFill/>
            <a:prstDash val="solid"/>
          </a:ln>
        </p:spPr>
        <p:txBody>
          <a:bodyPr lIns="63500" tIns="63500" rIns="63500" bIns="635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/>
            </a:pPr>
            <a:endParaRPr sz="1010" kern="0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86" name="AutoShape 4"/>
          <p:cNvSpPr/>
          <p:nvPr/>
        </p:nvSpPr>
        <p:spPr>
          <a:xfrm>
            <a:off x="8588375" y="6473952"/>
            <a:ext cx="3603625" cy="384048"/>
          </a:xfrm>
          <a:prstGeom prst="roundRect">
            <a:avLst>
              <a:gd name="adj" fmla="val 0"/>
            </a:avLst>
          </a:prstGeom>
          <a:solidFill>
            <a:srgbClr val="005AA9">
              <a:alpha val="100000"/>
            </a:srgbClr>
          </a:solidFill>
          <a:ln w="25400">
            <a:noFill/>
            <a:prstDash val="solid"/>
          </a:ln>
        </p:spPr>
        <p:txBody>
          <a:bodyPr lIns="63500" tIns="63500" rIns="63500" bIns="635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/>
            </a:pPr>
            <a:endParaRPr sz="1010" kern="0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87" name="AutoShape 6"/>
          <p:cNvSpPr/>
          <p:nvPr/>
        </p:nvSpPr>
        <p:spPr>
          <a:xfrm>
            <a:off x="8936037" y="6569556"/>
            <a:ext cx="2908300" cy="192841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0" tIns="6350" rIns="0" bIns="0" rtlCol="0" anchor="t">
            <a:spAutoFit/>
          </a:bodyPr>
          <a:lstStyle/>
          <a:p>
            <a:pPr marL="1270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230" b="0" i="0" u="none" strike="noStrike" kern="0">
                <a:solidFill>
                  <a:srgbClr val="FFFFFF"/>
                </a:solidFill>
                <a:latin typeface="Arial" panose="020B0604020202020204"/>
                <a:ea typeface="微软雅黑" panose="020B0503020204020204" charset="-122"/>
                <a:cs typeface="Inter 18pt SemiBold"/>
                <a:sym typeface="Inter 18pt SemiBold"/>
                <a:hlinkClick r:id="rId3" tooltip="https://www.servauto.com.my/"/>
              </a:rPr>
              <a:t>www.servauto.com.my</a:t>
            </a:r>
            <a:endParaRPr lang="en-US" sz="1230" b="0" i="0" u="none" strike="noStrike" kern="0">
              <a:solidFill>
                <a:srgbClr val="FFFFFF"/>
              </a:solidFill>
              <a:latin typeface="Arial" panose="020B0604020202020204"/>
              <a:ea typeface="微软雅黑" panose="020B0503020204020204" charset="-122"/>
              <a:cs typeface="Inter 18pt SemiBold"/>
              <a:sym typeface="Inter 18pt SemiBold"/>
              <a:hlinkClick r:id="rId3" tooltip="https://www.servauto.com.my/"/>
            </a:endParaRPr>
          </a:p>
        </p:txBody>
      </p:sp>
      <p:sp>
        <p:nvSpPr>
          <p:cNvPr id="88" name="TextBox 87"/>
          <p:cNvSpPr txBox="1"/>
          <p:nvPr/>
        </p:nvSpPr>
        <p:spPr>
          <a:xfrm>
            <a:off x="667512" y="82296"/>
            <a:ext cx="841248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ServAuto 服务顾问培训 | Service Advisor Training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12648" y="585216"/>
            <a:ext cx="1097280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500" b="1">
                <a:solidFill>
                  <a:srgbClr val="0B1D35"/>
                </a:solidFill>
                <a:latin typeface="微软雅黑"/>
                <a:ea typeface="微软雅黑"/>
                <a:cs typeface="微软雅黑"/>
              </a:rPr>
              <a:t>What Good Looks Like at Each Step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612648" y="1060704"/>
            <a:ext cx="10972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6E8299"/>
                </a:solidFill>
                <a:latin typeface="微软雅黑"/>
                <a:ea typeface="微软雅黑"/>
                <a:cs typeface="微软雅黑"/>
              </a:rPr>
              <a:t>每一步的达标动作</a:t>
            </a:r>
          </a:p>
        </p:txBody>
      </p:sp>
      <p:sp>
        <p:nvSpPr>
          <p:cNvPr id="91" name="Rectangle 90"/>
          <p:cNvSpPr/>
          <p:nvPr/>
        </p:nvSpPr>
        <p:spPr>
          <a:xfrm>
            <a:off x="612648" y="1682496"/>
            <a:ext cx="10972800" cy="29260"/>
          </a:xfrm>
          <a:prstGeom prst="rect">
            <a:avLst/>
          </a:prstGeom>
          <a:solidFill>
            <a:srgbClr val="ED1C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ounded Rectangle 91"/>
          <p:cNvSpPr/>
          <p:nvPr/>
        </p:nvSpPr>
        <p:spPr>
          <a:xfrm>
            <a:off x="640080" y="1792224"/>
            <a:ext cx="5394960" cy="438912"/>
          </a:xfrm>
          <a:prstGeom prst="roundRect">
            <a:avLst>
              <a:gd name="adj" fmla="val 16000"/>
            </a:avLst>
          </a:prstGeom>
          <a:solidFill>
            <a:srgbClr val="005A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786384" y="1819656"/>
            <a:ext cx="510235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现场动作  |  On the Floor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640080" y="2340864"/>
            <a:ext cx="5394960" cy="896112"/>
          </a:xfrm>
          <a:prstGeom prst="roundRect">
            <a:avLst>
              <a:gd name="adj" fmla="val 10000"/>
            </a:avLst>
          </a:prstGeom>
          <a:solidFill>
            <a:srgbClr val="EB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640080" y="2340864"/>
            <a:ext cx="45720" cy="896112"/>
          </a:xfrm>
          <a:prstGeom prst="rect">
            <a:avLst/>
          </a:prstGeom>
          <a:solidFill>
            <a:srgbClr val="ED1C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795528" y="2377440"/>
            <a:ext cx="36576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ED1C29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207007" y="2377440"/>
            <a:ext cx="468172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1">
                <a:solidFill>
                  <a:srgbClr val="0B1D35"/>
                </a:solidFill>
                <a:latin typeface="微软雅黑"/>
                <a:ea typeface="微软雅黑"/>
                <a:cs typeface="微软雅黑"/>
              </a:rPr>
              <a:t>环车同行  /  Walk with the Customer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207007" y="2660903"/>
            <a:ext cx="4663440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1F2329"/>
                </a:solidFill>
                <a:latin typeface="微软雅黑"/>
                <a:ea typeface="微软雅黑"/>
                <a:cs typeface="微软雅黑"/>
              </a:rPr>
              <a:t>无技师接车时，环车检查须与客户同行</a:t>
            </a:r>
          </a:p>
          <a:p>
            <a:pPr algn="l">
              <a:lnSpc>
                <a:spcPct val="106000"/>
              </a:lnSpc>
              <a:spcBef>
                <a:spcPts val="100"/>
              </a:spcBef>
            </a:pPr>
            <a:r>
              <a:rPr sz="780" b="0">
                <a:solidFill>
                  <a:srgbClr val="6E8299"/>
                </a:solidFill>
                <a:latin typeface="微软雅黑"/>
                <a:ea typeface="微软雅黑"/>
                <a:cs typeface="微软雅黑"/>
              </a:rPr>
              <a:t>With no technician, walk around the car with the customer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640080" y="3310128"/>
            <a:ext cx="5394960" cy="896112"/>
          </a:xfrm>
          <a:prstGeom prst="roundRect">
            <a:avLst>
              <a:gd name="adj" fmla="val 10000"/>
            </a:avLst>
          </a:prstGeom>
          <a:solidFill>
            <a:srgbClr val="EB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640080" y="3310128"/>
            <a:ext cx="45720" cy="896112"/>
          </a:xfrm>
          <a:prstGeom prst="rect">
            <a:avLst/>
          </a:prstGeom>
          <a:solidFill>
            <a:srgbClr val="ED1C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795528" y="3346704"/>
            <a:ext cx="36576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ED1C29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207007" y="3346704"/>
            <a:ext cx="468172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1">
                <a:solidFill>
                  <a:srgbClr val="0B1D35"/>
                </a:solidFill>
                <a:latin typeface="微软雅黑"/>
                <a:ea typeface="微软雅黑"/>
                <a:cs typeface="微软雅黑"/>
              </a:rPr>
              <a:t>当面确认  /  Confirm Together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207007" y="3630168"/>
            <a:ext cx="4663440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1F2329"/>
                </a:solidFill>
                <a:latin typeface="微软雅黑"/>
                <a:ea typeface="微软雅黑"/>
                <a:cs typeface="微软雅黑"/>
              </a:rPr>
              <a:t>与客户确认贵重物品与特别关注事项</a:t>
            </a:r>
          </a:p>
          <a:p>
            <a:pPr algn="l">
              <a:lnSpc>
                <a:spcPct val="106000"/>
              </a:lnSpc>
              <a:spcBef>
                <a:spcPts val="100"/>
              </a:spcBef>
            </a:pPr>
            <a:r>
              <a:rPr sz="780" b="0">
                <a:solidFill>
                  <a:srgbClr val="6E8299"/>
                </a:solidFill>
                <a:latin typeface="微软雅黑"/>
                <a:ea typeface="微软雅黑"/>
                <a:cs typeface="微软雅黑"/>
              </a:rPr>
              <a:t>Confirm valuables and special concerns with the customer</a:t>
            </a:r>
          </a:p>
        </p:txBody>
      </p:sp>
      <p:sp>
        <p:nvSpPr>
          <p:cNvPr id="104" name="Rounded Rectangle 103"/>
          <p:cNvSpPr/>
          <p:nvPr/>
        </p:nvSpPr>
        <p:spPr>
          <a:xfrm>
            <a:off x="640080" y="4279392"/>
            <a:ext cx="5394960" cy="896112"/>
          </a:xfrm>
          <a:prstGeom prst="roundRect">
            <a:avLst>
              <a:gd name="adj" fmla="val 10000"/>
            </a:avLst>
          </a:prstGeom>
          <a:solidFill>
            <a:srgbClr val="EB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640080" y="4279392"/>
            <a:ext cx="45720" cy="896112"/>
          </a:xfrm>
          <a:prstGeom prst="rect">
            <a:avLst/>
          </a:prstGeom>
          <a:solidFill>
            <a:srgbClr val="ED1C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795528" y="4315968"/>
            <a:ext cx="36576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ED1C29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1207007" y="4315968"/>
            <a:ext cx="468172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1">
                <a:solidFill>
                  <a:srgbClr val="0B1D35"/>
                </a:solidFill>
                <a:latin typeface="微软雅黑"/>
                <a:ea typeface="微软雅黑"/>
                <a:cs typeface="微软雅黑"/>
              </a:rPr>
              <a:t>先安顿再开单  /  Seat First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207007" y="4599431"/>
            <a:ext cx="4663440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1F2329"/>
                </a:solidFill>
                <a:latin typeface="微软雅黑"/>
                <a:ea typeface="微软雅黑"/>
                <a:cs typeface="微软雅黑"/>
              </a:rPr>
              <a:t>先引领客户至客休区，再开立工单</a:t>
            </a:r>
          </a:p>
          <a:p>
            <a:pPr algn="l">
              <a:lnSpc>
                <a:spcPct val="106000"/>
              </a:lnSpc>
              <a:spcBef>
                <a:spcPts val="100"/>
              </a:spcBef>
            </a:pPr>
            <a:r>
              <a:rPr sz="780" b="0">
                <a:solidFill>
                  <a:srgbClr val="6E8299"/>
                </a:solidFill>
                <a:latin typeface="微软雅黑"/>
                <a:ea typeface="微软雅黑"/>
                <a:cs typeface="微软雅黑"/>
              </a:rPr>
              <a:t>Escort to the lounge, then raise the job card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640080" y="5248656"/>
            <a:ext cx="5394960" cy="896112"/>
          </a:xfrm>
          <a:prstGeom prst="roundRect">
            <a:avLst>
              <a:gd name="adj" fmla="val 10000"/>
            </a:avLst>
          </a:prstGeom>
          <a:solidFill>
            <a:srgbClr val="EB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640080" y="5248656"/>
            <a:ext cx="45720" cy="896112"/>
          </a:xfrm>
          <a:prstGeom prst="rect">
            <a:avLst/>
          </a:prstGeom>
          <a:solidFill>
            <a:srgbClr val="ED1C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795528" y="5285232"/>
            <a:ext cx="36576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ED1C29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207007" y="5285232"/>
            <a:ext cx="468172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1">
                <a:solidFill>
                  <a:srgbClr val="0B1D35"/>
                </a:solidFill>
                <a:latin typeface="微软雅黑"/>
                <a:ea typeface="微软雅黑"/>
                <a:cs typeface="微软雅黑"/>
              </a:rPr>
              <a:t>旧件展示  /  Show Old Parts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207007" y="5568696"/>
            <a:ext cx="4663440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1F2329"/>
                </a:solidFill>
                <a:latin typeface="微软雅黑"/>
                <a:ea typeface="微软雅黑"/>
                <a:cs typeface="微软雅黑"/>
              </a:rPr>
              <a:t>交车时展示更换下来的旧件</a:t>
            </a:r>
          </a:p>
          <a:p>
            <a:pPr algn="l">
              <a:lnSpc>
                <a:spcPct val="106000"/>
              </a:lnSpc>
              <a:spcBef>
                <a:spcPts val="100"/>
              </a:spcBef>
            </a:pPr>
            <a:r>
              <a:rPr sz="780" b="0">
                <a:solidFill>
                  <a:srgbClr val="6E8299"/>
                </a:solidFill>
                <a:latin typeface="微软雅黑"/>
                <a:ea typeface="微软雅黑"/>
                <a:cs typeface="微软雅黑"/>
              </a:rPr>
              <a:t>Show the replaced parts at handover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6309360" y="1792224"/>
            <a:ext cx="5394960" cy="438912"/>
          </a:xfrm>
          <a:prstGeom prst="roundRect">
            <a:avLst>
              <a:gd name="adj" fmla="val 16000"/>
            </a:avLst>
          </a:prstGeom>
          <a:solidFill>
            <a:srgbClr val="005A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6455664" y="1819656"/>
            <a:ext cx="510235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沟通与异常  |  Talk &amp; Exceptions</a:t>
            </a:r>
          </a:p>
        </p:txBody>
      </p:sp>
      <p:sp>
        <p:nvSpPr>
          <p:cNvPr id="116" name="Rounded Rectangle 115"/>
          <p:cNvSpPr/>
          <p:nvPr/>
        </p:nvSpPr>
        <p:spPr>
          <a:xfrm>
            <a:off x="6309360" y="2340864"/>
            <a:ext cx="5394960" cy="1219200"/>
          </a:xfrm>
          <a:prstGeom prst="roundRect">
            <a:avLst>
              <a:gd name="adj" fmla="val 10000"/>
            </a:avLst>
          </a:prstGeom>
          <a:solidFill>
            <a:srgbClr val="EB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6309360" y="2340864"/>
            <a:ext cx="45720" cy="1219200"/>
          </a:xfrm>
          <a:prstGeom prst="rect">
            <a:avLst/>
          </a:prstGeom>
          <a:solidFill>
            <a:srgbClr val="ED1C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6464808" y="2377440"/>
            <a:ext cx="36576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ED1C29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6876288" y="2377440"/>
            <a:ext cx="468172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1">
                <a:solidFill>
                  <a:srgbClr val="0B1D35"/>
                </a:solidFill>
                <a:latin typeface="微软雅黑"/>
                <a:ea typeface="微软雅黑"/>
                <a:cs typeface="微软雅黑"/>
              </a:rPr>
              <a:t>给时间点  /  Name the Time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6876288" y="2660903"/>
            <a:ext cx="4663440" cy="8534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1F2329"/>
                </a:solidFill>
                <a:latin typeface="微软雅黑"/>
                <a:ea typeface="微软雅黑"/>
                <a:cs typeface="微软雅黑"/>
              </a:rPr>
              <a:t>明确告知客户何时会有反馈</a:t>
            </a:r>
          </a:p>
          <a:p>
            <a:pPr algn="l">
              <a:lnSpc>
                <a:spcPct val="106000"/>
              </a:lnSpc>
              <a:spcBef>
                <a:spcPts val="100"/>
              </a:spcBef>
            </a:pPr>
            <a:r>
              <a:rPr sz="780" b="0">
                <a:solidFill>
                  <a:srgbClr val="6E8299"/>
                </a:solidFill>
                <a:latin typeface="微软雅黑"/>
                <a:ea typeface="微软雅黑"/>
                <a:cs typeface="微软雅黑"/>
              </a:rPr>
              <a:t>Tell the customer when to expect a call</a:t>
            </a:r>
          </a:p>
        </p:txBody>
      </p:sp>
      <p:sp>
        <p:nvSpPr>
          <p:cNvPr id="121" name="Rounded Rectangle 120"/>
          <p:cNvSpPr/>
          <p:nvPr/>
        </p:nvSpPr>
        <p:spPr>
          <a:xfrm>
            <a:off x="6309360" y="3633216"/>
            <a:ext cx="5394960" cy="1219200"/>
          </a:xfrm>
          <a:prstGeom prst="roundRect">
            <a:avLst>
              <a:gd name="adj" fmla="val 10000"/>
            </a:avLst>
          </a:prstGeom>
          <a:solidFill>
            <a:srgbClr val="EB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6309360" y="3633216"/>
            <a:ext cx="45720" cy="1219200"/>
          </a:xfrm>
          <a:prstGeom prst="rect">
            <a:avLst/>
          </a:prstGeom>
          <a:solidFill>
            <a:srgbClr val="ED1C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6464808" y="3669792"/>
            <a:ext cx="36576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ED1C29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6876288" y="3669792"/>
            <a:ext cx="468172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1">
                <a:solidFill>
                  <a:srgbClr val="0B1D35"/>
                </a:solidFill>
                <a:latin typeface="微软雅黑"/>
                <a:ea typeface="微软雅黑"/>
                <a:cs typeface="微软雅黑"/>
              </a:rPr>
              <a:t>主动同步  /  Update First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6876288" y="3953256"/>
            <a:ext cx="4663440" cy="8534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1F2329"/>
                </a:solidFill>
                <a:latin typeface="微软雅黑"/>
                <a:ea typeface="微软雅黑"/>
                <a:cs typeface="微软雅黑"/>
              </a:rPr>
              <a:t>在客户催问前主动同步进度</a:t>
            </a:r>
          </a:p>
          <a:p>
            <a:pPr algn="l">
              <a:lnSpc>
                <a:spcPct val="106000"/>
              </a:lnSpc>
              <a:spcBef>
                <a:spcPts val="100"/>
              </a:spcBef>
            </a:pPr>
            <a:r>
              <a:rPr sz="780" b="0">
                <a:solidFill>
                  <a:srgbClr val="6E8299"/>
                </a:solidFill>
                <a:latin typeface="微软雅黑"/>
                <a:ea typeface="微软雅黑"/>
                <a:cs typeface="微软雅黑"/>
              </a:rPr>
              <a:t>Update the customer before they ask</a:t>
            </a:r>
          </a:p>
        </p:txBody>
      </p:sp>
      <p:sp>
        <p:nvSpPr>
          <p:cNvPr id="126" name="Rounded Rectangle 125"/>
          <p:cNvSpPr/>
          <p:nvPr/>
        </p:nvSpPr>
        <p:spPr>
          <a:xfrm>
            <a:off x="6309360" y="4925568"/>
            <a:ext cx="5394960" cy="1219200"/>
          </a:xfrm>
          <a:prstGeom prst="roundRect">
            <a:avLst>
              <a:gd name="adj" fmla="val 10000"/>
            </a:avLst>
          </a:prstGeom>
          <a:solidFill>
            <a:srgbClr val="EB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6309360" y="4925568"/>
            <a:ext cx="45720" cy="1219200"/>
          </a:xfrm>
          <a:prstGeom prst="rect">
            <a:avLst/>
          </a:prstGeom>
          <a:solidFill>
            <a:srgbClr val="ED1C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6464808" y="4962144"/>
            <a:ext cx="36576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ED1C29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876288" y="4962144"/>
            <a:ext cx="468172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1">
                <a:solidFill>
                  <a:srgbClr val="0B1D35"/>
                </a:solidFill>
                <a:latin typeface="微软雅黑"/>
                <a:ea typeface="微软雅黑"/>
                <a:cs typeface="微软雅黑"/>
              </a:rPr>
              <a:t>处理异常  /  Handle Delays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6876288" y="5245608"/>
            <a:ext cx="4663440" cy="8534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1F2329"/>
                </a:solidFill>
                <a:latin typeface="微软雅黑"/>
                <a:ea typeface="微软雅黑"/>
                <a:cs typeface="微软雅黑"/>
              </a:rPr>
              <a:t>耐心处理等待过久、催问与临时改单</a:t>
            </a:r>
          </a:p>
          <a:p>
            <a:pPr algn="l">
              <a:lnSpc>
                <a:spcPct val="106000"/>
              </a:lnSpc>
              <a:spcBef>
                <a:spcPts val="100"/>
              </a:spcBef>
            </a:pPr>
            <a:r>
              <a:rPr sz="780" b="0">
                <a:solidFill>
                  <a:srgbClr val="6E8299"/>
                </a:solidFill>
                <a:latin typeface="微软雅黑"/>
                <a:ea typeface="微软雅黑"/>
                <a:cs typeface="微软雅黑"/>
              </a:rPr>
              <a:t>Handle delays, rush and order changes calmly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68" name="图片 3" descr="/data/temp/31c83b1c-a9fe-11f0-88da-76af0e732785.jpg@base@tag=imgScale&amp;m=1&amp;w=932&amp;h=1264&amp;q=9531c83b1c-a9fe-11f0-88da-76af0e732785"/>
          <p:cNvPicPr>
            <a:picLocks noChangeAspect="1"/>
          </p:cNvPicPr>
          <p:nvPr/>
        </p:nvPicPr>
        <p:blipFill>
          <a:blip r:embed="rId4"/>
          <a:srcRect l="13078" r="13157"/>
          <a:stretch>
            <a:fillRect/>
          </a:stretch>
        </p:blipFill>
        <p:spPr>
          <a:xfrm>
            <a:off x="8244205" y="1773936"/>
            <a:ext cx="3358515" cy="4480560"/>
          </a:xfrm>
          <a:prstGeom prst="round1Rect">
            <a:avLst>
              <a:gd name="adj" fmla="val 39814"/>
            </a:avLst>
          </a:prstGeom>
          <a:solidFill>
            <a:schemeClr val="accent1">
              <a:alpha val="15000"/>
            </a:schemeClr>
          </a:solidFill>
          <a:ln w="9525" cap="flat" cmpd="sng" algn="ctr">
            <a:solidFill>
              <a:schemeClr val="accent1">
                <a:lumMod val="100000"/>
                <a:alpha val="15000"/>
              </a:schemeClr>
            </a:solidFill>
            <a:prstDash val="solid"/>
            <a:round/>
            <a:headEnd type="none" w="med" len="med"/>
            <a:tailEnd type="none" w="med" len="med"/>
          </a:ln>
          <a:effectLst>
            <a:outerShdw blurRad="203200" dist="38100" dir="2700000" algn="tl" rotWithShape="0">
              <a:schemeClr val="accent1">
                <a:alpha val="60000"/>
              </a:schemeClr>
            </a:outerShdw>
          </a:effectLst>
        </p:spPr>
      </p:pic>
      <p:sp>
        <p:nvSpPr>
          <p:cNvPr id="69" name="圆角矩形 6"/>
          <p:cNvSpPr/>
          <p:nvPr/>
        </p:nvSpPr>
        <p:spPr>
          <a:xfrm>
            <a:off x="3474720" y="1773936"/>
            <a:ext cx="4142232" cy="480060"/>
          </a:xfrm>
          <a:prstGeom prst="roundRect">
            <a:avLst>
              <a:gd name="adj" fmla="val 50000"/>
            </a:avLst>
          </a:prstGeom>
          <a:solidFill>
            <a:srgbClr val="EBF0F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lIns="109728" tIns="0" rIns="109728" bIns="0" numCol="1" spcCol="0" rtlCol="0" fromWordArt="0" anchor="ctr" anchorCtr="0" forceAA="0" compatLnSpc="1">
            <a:noAutofit/>
          </a:bodyPr>
          <a:lstStyle/>
          <a:p>
            <a:pPr lvl="0" indent="0" algn="l" fontAlgn="auto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</a:pPr>
            <a:r>
              <a:rPr lang="en-US" altLang="en-US" sz="1000" b="0">
                <a:solidFill>
                  <a:srgbClr val="1F2329"/>
                </a:solidFill>
                <a:latin typeface="微软雅黑"/>
                <a:ea typeface="微软雅黑"/>
                <a:cs typeface="微软雅黑"/>
                <a:sym typeface="+mn-ea"/>
              </a:rPr>
              <a:t>保养：机油、滤芯、保养周期</a:t>
            </a:r>
            <a:endParaRPr lang="en-US" altLang="en-US" sz="1600">
              <a:solidFill>
                <a:schemeClr val="tx1">
                  <a:lumMod val="85000"/>
                  <a:lumOff val="15000"/>
                </a:schemeClr>
              </a:solidFill>
              <a:sym typeface="+mn-ea"/>
            </a:endParaRPr>
          </a:p>
          <a:p>
            <a:pPr lvl="0" indent="0" algn="l" fontAlgn="auto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</a:pPr>
            <a:r>
              <a:rPr lang="zh-CN" altLang="en-US" sz="800" b="0">
                <a:solidFill>
                  <a:srgbClr val="6E8299"/>
                </a:solidFill>
                <a:latin typeface="微软雅黑"/>
                <a:ea typeface="微软雅黑"/>
                <a:cs typeface="微软雅黑"/>
                <a:sym typeface="+mn-ea"/>
              </a:rPr>
              <a:t>Servicing: engine oil, filters, intervals</a:t>
            </a:r>
            <a:endParaRPr lang="zh-CN" altLang="en-US" sz="1150">
              <a:solidFill>
                <a:srgbClr val="6E8299"/>
              </a:solidFill>
              <a:latin typeface="+mn-ea"/>
              <a:cs typeface="+mn-ea"/>
              <a:sym typeface="+mn-ea"/>
            </a:endParaRPr>
          </a:p>
        </p:txBody>
      </p:sp>
      <p:sp>
        <p:nvSpPr>
          <p:cNvPr id="70" name="圆角矩形 35"/>
          <p:cNvSpPr/>
          <p:nvPr/>
        </p:nvSpPr>
        <p:spPr>
          <a:xfrm>
            <a:off x="603504" y="1792224"/>
            <a:ext cx="2743200" cy="44348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solidFill>
              <a:schemeClr val="accent1">
                <a:lumMod val="20000"/>
                <a:lumOff val="80000"/>
              </a:schemeClr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46304" tIns="0" rIns="146304" bIns="0" rtlCol="0" anchor="ctr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en-US" sz="700" b="0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+mn-ea"/>
              </a:rPr>
              <a:t>Servicing</a:t>
            </a:r>
            <a:endParaRPr lang="zh-CN" altLang="en-US" sz="950">
              <a:solidFill>
                <a:schemeClr val="lt1">
                  <a:lumMod val="100000"/>
                </a:schemeClr>
              </a:solidFill>
              <a:latin typeface="+mn-ea"/>
              <a:cs typeface="+mn-ea"/>
              <a:sym typeface="+mn-ea"/>
            </a:endParaRP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en-US" sz="850" b="1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+mn-ea"/>
              </a:rPr>
              <a:t>保养</a:t>
            </a:r>
            <a:endParaRPr lang="zh-CN" altLang="en-US" sz="950">
              <a:solidFill>
                <a:schemeClr val="lt1">
                  <a:lumMod val="100000"/>
                </a:schemeClr>
              </a:solidFill>
              <a:latin typeface="+mn-ea"/>
              <a:cs typeface="+mn-ea"/>
              <a:sym typeface="+mn-ea"/>
            </a:endParaRPr>
          </a:p>
        </p:txBody>
      </p:sp>
      <p:sp>
        <p:nvSpPr>
          <p:cNvPr id="71" name="圆角矩形 1"/>
          <p:cNvSpPr/>
          <p:nvPr/>
        </p:nvSpPr>
        <p:spPr>
          <a:xfrm>
            <a:off x="3474720" y="5710427"/>
            <a:ext cx="4142232" cy="480060"/>
          </a:xfrm>
          <a:prstGeom prst="roundRect">
            <a:avLst>
              <a:gd name="adj" fmla="val 50000"/>
            </a:avLst>
          </a:prstGeom>
          <a:solidFill>
            <a:srgbClr val="EBF0F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lIns="109728" tIns="0" rIns="109728" bIns="0" numCol="1" spcCol="0" rtlCol="0" fromWordArt="0" anchor="ctr" anchorCtr="0" forceAA="0" compatLnSpc="1">
            <a:noAutofit/>
          </a:bodyPr>
          <a:lstStyle/>
          <a:p>
            <a:pPr lvl="0" indent="0" algn="l" fontAlgn="auto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</a:pPr>
            <a:r>
              <a:rPr lang="en-US" altLang="en-US" sz="1000" b="0">
                <a:solidFill>
                  <a:srgbClr val="1F2329"/>
                </a:solidFill>
                <a:latin typeface="微软雅黑"/>
                <a:ea typeface="微软雅黑"/>
                <a:cs typeface="微软雅黑"/>
                <a:sym typeface="+mn-ea"/>
              </a:rPr>
              <a:t>有效期、权益与使用规则</a:t>
            </a:r>
            <a:endParaRPr lang="en-US" altLang="en-US" sz="1600">
              <a:solidFill>
                <a:schemeClr val="tx1">
                  <a:lumMod val="85000"/>
                  <a:lumOff val="15000"/>
                </a:schemeClr>
              </a:solidFill>
              <a:sym typeface="+mn-ea"/>
            </a:endParaRPr>
          </a:p>
          <a:p>
            <a:pPr lvl="0" indent="0" algn="l" fontAlgn="auto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</a:pPr>
            <a:r>
              <a:rPr lang="zh-CN" altLang="en-US" sz="800" b="0">
                <a:solidFill>
                  <a:srgbClr val="6E8299"/>
                </a:solidFill>
                <a:latin typeface="微软雅黑"/>
                <a:ea typeface="微软雅黑"/>
                <a:cs typeface="微软雅黑"/>
                <a:sym typeface="+mn-ea"/>
              </a:rPr>
              <a:t>Validity, benefits and usage rules</a:t>
            </a:r>
            <a:endParaRPr lang="zh-CN" altLang="en-US" sz="1150">
              <a:solidFill>
                <a:srgbClr val="6E8299"/>
              </a:solidFill>
              <a:latin typeface="+mn-ea"/>
              <a:cs typeface="+mn-ea"/>
              <a:sym typeface="+mn-ea"/>
            </a:endParaRPr>
          </a:p>
        </p:txBody>
      </p:sp>
      <p:sp>
        <p:nvSpPr>
          <p:cNvPr id="72" name="圆角矩形 4"/>
          <p:cNvSpPr/>
          <p:nvPr/>
        </p:nvSpPr>
        <p:spPr>
          <a:xfrm>
            <a:off x="3474720" y="5148072"/>
            <a:ext cx="4142232" cy="480060"/>
          </a:xfrm>
          <a:prstGeom prst="roundRect">
            <a:avLst>
              <a:gd name="adj" fmla="val 50000"/>
            </a:avLst>
          </a:prstGeom>
          <a:solidFill>
            <a:srgbClr val="EBF0F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lIns="109728" tIns="0" rIns="109728" bIns="0" numCol="1" spcCol="0" rtlCol="0" fromWordArt="0" anchor="ctr" anchorCtr="0" forceAA="0" compatLnSpc="1">
            <a:noAutofit/>
          </a:bodyPr>
          <a:lstStyle/>
          <a:p>
            <a:pPr lvl="0" indent="0" algn="l" fontAlgn="auto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</a:pPr>
            <a:r>
              <a:rPr lang="en-US" altLang="en-US" sz="1000" b="0">
                <a:solidFill>
                  <a:srgbClr val="1F2329"/>
                </a:solidFill>
                <a:latin typeface="微软雅黑"/>
                <a:ea typeface="微软雅黑"/>
                <a:cs typeface="微软雅黑"/>
                <a:sym typeface="+mn-ea"/>
              </a:rPr>
              <a:t>会员卡与次卡</a:t>
            </a:r>
            <a:endParaRPr lang="en-US" altLang="en-US" sz="1600">
              <a:solidFill>
                <a:schemeClr val="tx1">
                  <a:lumMod val="85000"/>
                  <a:lumOff val="15000"/>
                </a:schemeClr>
              </a:solidFill>
              <a:sym typeface="+mn-ea"/>
            </a:endParaRPr>
          </a:p>
          <a:p>
            <a:pPr lvl="0" indent="0" algn="l" fontAlgn="auto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</a:pPr>
            <a:r>
              <a:rPr lang="zh-CN" altLang="en-US" sz="800" b="0">
                <a:solidFill>
                  <a:srgbClr val="6E8299"/>
                </a:solidFill>
                <a:latin typeface="微软雅黑"/>
                <a:ea typeface="微软雅黑"/>
                <a:cs typeface="微软雅黑"/>
                <a:sym typeface="+mn-ea"/>
              </a:rPr>
              <a:t>Membership cards and visit-count cards</a:t>
            </a:r>
            <a:endParaRPr lang="zh-CN" altLang="en-US" sz="1150">
              <a:solidFill>
                <a:srgbClr val="6E8299"/>
              </a:solidFill>
              <a:latin typeface="+mn-ea"/>
              <a:cs typeface="+mn-ea"/>
              <a:sym typeface="+mn-ea"/>
            </a:endParaRPr>
          </a:p>
        </p:txBody>
      </p:sp>
      <p:sp>
        <p:nvSpPr>
          <p:cNvPr id="73" name="圆角矩形 8"/>
          <p:cNvSpPr/>
          <p:nvPr/>
        </p:nvSpPr>
        <p:spPr>
          <a:xfrm>
            <a:off x="3474720" y="4585716"/>
            <a:ext cx="4142232" cy="480060"/>
          </a:xfrm>
          <a:prstGeom prst="roundRect">
            <a:avLst>
              <a:gd name="adj" fmla="val 50000"/>
            </a:avLst>
          </a:prstGeom>
          <a:solidFill>
            <a:srgbClr val="EBF0F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lIns="109728" tIns="0" rIns="109728" bIns="0" numCol="1" spcCol="0" rtlCol="0" fromWordArt="0" anchor="ctr" anchorCtr="0" forceAA="0" compatLnSpc="1">
            <a:noAutofit/>
          </a:bodyPr>
          <a:lstStyle/>
          <a:p>
            <a:pPr lvl="0" indent="0" algn="l" fontAlgn="auto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</a:pPr>
            <a:r>
              <a:rPr lang="en-US" altLang="en-US" sz="1000" b="0">
                <a:solidFill>
                  <a:srgbClr val="1F2329"/>
                </a:solidFill>
                <a:latin typeface="微软雅黑"/>
                <a:ea typeface="微软雅黑"/>
                <a:cs typeface="微软雅黑"/>
                <a:sym typeface="+mn-ea"/>
              </a:rPr>
              <a:t>套餐体系：保养 / 轮胎 / 美容套餐</a:t>
            </a:r>
            <a:endParaRPr lang="en-US" altLang="en-US" sz="1600">
              <a:solidFill>
                <a:schemeClr val="tx1">
                  <a:lumMod val="85000"/>
                  <a:lumOff val="15000"/>
                </a:schemeClr>
              </a:solidFill>
              <a:sym typeface="+mn-ea"/>
            </a:endParaRPr>
          </a:p>
          <a:p>
            <a:pPr lvl="0" indent="0" algn="l" fontAlgn="auto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</a:pPr>
            <a:r>
              <a:rPr lang="zh-CN" altLang="en-US" sz="800" b="0">
                <a:solidFill>
                  <a:srgbClr val="6E8299"/>
                </a:solidFill>
                <a:latin typeface="微软雅黑"/>
                <a:ea typeface="微软雅黑"/>
                <a:cs typeface="微软雅黑"/>
                <a:sym typeface="+mn-ea"/>
              </a:rPr>
              <a:t>Packages: servicing, tyre, detailing</a:t>
            </a:r>
            <a:endParaRPr lang="zh-CN" altLang="en-US" sz="1150">
              <a:solidFill>
                <a:srgbClr val="6E8299"/>
              </a:solidFill>
              <a:latin typeface="+mn-ea"/>
              <a:cs typeface="+mn-ea"/>
              <a:sym typeface="+mn-ea"/>
            </a:endParaRPr>
          </a:p>
        </p:txBody>
      </p:sp>
      <p:sp>
        <p:nvSpPr>
          <p:cNvPr id="74" name="圆角矩形 9"/>
          <p:cNvSpPr/>
          <p:nvPr/>
        </p:nvSpPr>
        <p:spPr>
          <a:xfrm>
            <a:off x="3474720" y="4023360"/>
            <a:ext cx="4142232" cy="480060"/>
          </a:xfrm>
          <a:prstGeom prst="roundRect">
            <a:avLst>
              <a:gd name="adj" fmla="val 50000"/>
            </a:avLst>
          </a:prstGeom>
          <a:solidFill>
            <a:srgbClr val="EBF0F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lIns="109728" tIns="0" rIns="109728" bIns="0" numCol="1" spcCol="0" rtlCol="0" fromWordArt="0" anchor="ctr" anchorCtr="0" forceAA="0" compatLnSpc="1">
            <a:noAutofit/>
          </a:bodyPr>
          <a:lstStyle/>
          <a:p>
            <a:pPr lvl="0" indent="0" algn="l" fontAlgn="auto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</a:pPr>
            <a:r>
              <a:rPr lang="en-US" altLang="en-US" sz="1000" b="0">
                <a:solidFill>
                  <a:srgbClr val="1F2329"/>
                </a:solidFill>
                <a:latin typeface="微软雅黑"/>
                <a:ea typeface="微软雅黑"/>
                <a:cs typeface="微软雅黑"/>
                <a:sym typeface="+mn-ea"/>
              </a:rPr>
              <a:t>工时费与配件价格构成</a:t>
            </a:r>
            <a:endParaRPr lang="en-US" altLang="en-US" sz="1600">
              <a:solidFill>
                <a:schemeClr val="tx1">
                  <a:lumMod val="85000"/>
                  <a:lumOff val="15000"/>
                </a:schemeClr>
              </a:solidFill>
              <a:sym typeface="+mn-ea"/>
            </a:endParaRPr>
          </a:p>
          <a:p>
            <a:pPr lvl="0" indent="0" algn="l" fontAlgn="auto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</a:pPr>
            <a:r>
              <a:rPr lang="zh-CN" altLang="en-US" sz="800" b="0">
                <a:solidFill>
                  <a:srgbClr val="6E8299"/>
                </a:solidFill>
                <a:latin typeface="微软雅黑"/>
                <a:ea typeface="微软雅黑"/>
                <a:cs typeface="微软雅黑"/>
                <a:sym typeface="+mn-ea"/>
              </a:rPr>
              <a:t>How labour and parts pricing is built</a:t>
            </a:r>
            <a:endParaRPr lang="zh-CN" altLang="en-US" sz="1150">
              <a:solidFill>
                <a:srgbClr val="6E8299"/>
              </a:solidFill>
              <a:latin typeface="+mn-ea"/>
              <a:cs typeface="+mn-ea"/>
              <a:sym typeface="+mn-ea"/>
            </a:endParaRPr>
          </a:p>
        </p:txBody>
      </p:sp>
      <p:sp>
        <p:nvSpPr>
          <p:cNvPr id="75" name="圆角矩形 35"/>
          <p:cNvSpPr/>
          <p:nvPr/>
        </p:nvSpPr>
        <p:spPr>
          <a:xfrm>
            <a:off x="603504" y="4604004"/>
            <a:ext cx="2743200" cy="44348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solidFill>
              <a:schemeClr val="accent1">
                <a:lumMod val="20000"/>
                <a:lumOff val="80000"/>
              </a:schemeClr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46304" tIns="0" rIns="146304" bIns="0" rtlCol="0" anchor="ctr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en-US" sz="700" b="0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+mn-ea"/>
              </a:rPr>
              <a:t>Package Lines</a:t>
            </a:r>
            <a:endParaRPr lang="zh-CN" altLang="en-US" sz="950">
              <a:solidFill>
                <a:schemeClr val="lt1">
                  <a:lumMod val="100000"/>
                </a:schemeClr>
              </a:solidFill>
              <a:latin typeface="+mn-ea"/>
              <a:cs typeface="+mn-ea"/>
              <a:sym typeface="+mn-ea"/>
            </a:endParaRP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en-US" sz="850" b="1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+mn-ea"/>
              </a:rPr>
              <a:t>套餐体系</a:t>
            </a:r>
            <a:endParaRPr lang="zh-CN" altLang="en-US" sz="950">
              <a:solidFill>
                <a:schemeClr val="lt1">
                  <a:lumMod val="100000"/>
                </a:schemeClr>
              </a:solidFill>
              <a:latin typeface="+mn-ea"/>
              <a:cs typeface="+mn-ea"/>
              <a:sym typeface="+mn-ea"/>
            </a:endParaRPr>
          </a:p>
        </p:txBody>
      </p:sp>
      <p:sp>
        <p:nvSpPr>
          <p:cNvPr id="76" name="圆角矩形 35"/>
          <p:cNvSpPr/>
          <p:nvPr/>
        </p:nvSpPr>
        <p:spPr>
          <a:xfrm>
            <a:off x="603504" y="4041648"/>
            <a:ext cx="2743200" cy="44348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solidFill>
              <a:schemeClr val="accent1">
                <a:lumMod val="20000"/>
                <a:lumOff val="80000"/>
              </a:schemeClr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46304" tIns="0" rIns="146304" bIns="0" rtlCol="0" anchor="ctr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en-US" sz="700" b="0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+mn-ea"/>
              </a:rPr>
              <a:t>Pricing Build-up</a:t>
            </a:r>
            <a:endParaRPr lang="zh-CN" altLang="en-US" sz="950">
              <a:solidFill>
                <a:schemeClr val="lt1">
                  <a:lumMod val="100000"/>
                </a:schemeClr>
              </a:solidFill>
              <a:latin typeface="+mn-ea"/>
              <a:cs typeface="+mn-ea"/>
              <a:sym typeface="+mn-ea"/>
            </a:endParaRP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en-US" sz="850" b="1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+mn-ea"/>
              </a:rPr>
              <a:t>价格构成</a:t>
            </a:r>
            <a:endParaRPr lang="zh-CN" altLang="en-US" sz="950">
              <a:solidFill>
                <a:schemeClr val="lt1">
                  <a:lumMod val="100000"/>
                </a:schemeClr>
              </a:solidFill>
              <a:latin typeface="+mn-ea"/>
              <a:cs typeface="+mn-ea"/>
              <a:sym typeface="+mn-ea"/>
            </a:endParaRPr>
          </a:p>
        </p:txBody>
      </p:sp>
      <p:sp>
        <p:nvSpPr>
          <p:cNvPr id="77" name="圆角矩形 35"/>
          <p:cNvSpPr/>
          <p:nvPr/>
        </p:nvSpPr>
        <p:spPr>
          <a:xfrm>
            <a:off x="603504" y="5166360"/>
            <a:ext cx="2743200" cy="44348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solidFill>
              <a:schemeClr val="accent1">
                <a:lumMod val="20000"/>
                <a:lumOff val="80000"/>
              </a:schemeClr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46304" tIns="0" rIns="146304" bIns="0" rtlCol="0" anchor="ctr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en-US" sz="700" b="0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+mn-ea"/>
              </a:rPr>
              <a:t>Member &amp; Visit Cards</a:t>
            </a:r>
            <a:endParaRPr lang="zh-CN" altLang="en-US" sz="950">
              <a:solidFill>
                <a:schemeClr val="lt1">
                  <a:lumMod val="100000"/>
                </a:schemeClr>
              </a:solidFill>
              <a:latin typeface="+mn-ea"/>
              <a:cs typeface="+mn-ea"/>
              <a:sym typeface="+mn-ea"/>
            </a:endParaRP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en-US" sz="850" b="1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+mn-ea"/>
              </a:rPr>
              <a:t>会员次卡</a:t>
            </a:r>
            <a:endParaRPr lang="zh-CN" altLang="en-US" sz="950">
              <a:solidFill>
                <a:schemeClr val="lt1">
                  <a:lumMod val="100000"/>
                </a:schemeClr>
              </a:solidFill>
              <a:latin typeface="+mn-ea"/>
              <a:cs typeface="+mn-ea"/>
              <a:sym typeface="+mn-ea"/>
            </a:endParaRPr>
          </a:p>
        </p:txBody>
      </p:sp>
      <p:sp>
        <p:nvSpPr>
          <p:cNvPr id="78" name="圆角矩形 35"/>
          <p:cNvSpPr/>
          <p:nvPr/>
        </p:nvSpPr>
        <p:spPr>
          <a:xfrm>
            <a:off x="603504" y="5728715"/>
            <a:ext cx="2743200" cy="44348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solidFill>
              <a:schemeClr val="accent1">
                <a:lumMod val="20000"/>
                <a:lumOff val="80000"/>
              </a:schemeClr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46304" tIns="0" rIns="146304" bIns="0" rtlCol="0" anchor="ctr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en-US" sz="700" b="0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+mn-ea"/>
              </a:rPr>
              <a:t>Validity &amp; Benefits</a:t>
            </a:r>
            <a:endParaRPr lang="zh-CN" altLang="en-US" sz="950">
              <a:solidFill>
                <a:schemeClr val="lt1">
                  <a:lumMod val="100000"/>
                </a:schemeClr>
              </a:solidFill>
              <a:latin typeface="+mn-ea"/>
              <a:cs typeface="+mn-ea"/>
              <a:sym typeface="+mn-ea"/>
            </a:endParaRP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en-US" sz="850" b="1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+mn-ea"/>
              </a:rPr>
              <a:t>权益规则</a:t>
            </a:r>
            <a:endParaRPr lang="zh-CN" altLang="en-US" sz="950">
              <a:solidFill>
                <a:schemeClr val="lt1">
                  <a:lumMod val="100000"/>
                </a:schemeClr>
              </a:solidFill>
              <a:latin typeface="+mn-ea"/>
              <a:cs typeface="+mn-ea"/>
              <a:sym typeface="+mn-ea"/>
            </a:endParaRPr>
          </a:p>
        </p:txBody>
      </p:sp>
      <p:sp>
        <p:nvSpPr>
          <p:cNvPr id="79" name="AutoShape 2"/>
          <p:cNvSpPr/>
          <p:nvPr/>
        </p:nvSpPr>
        <p:spPr>
          <a:xfrm>
            <a:off x="0" y="0"/>
            <a:ext cx="8812221" cy="566928"/>
          </a:xfrm>
          <a:prstGeom prst="roundRect">
            <a:avLst>
              <a:gd name="adj" fmla="val 0"/>
            </a:avLst>
          </a:prstGeom>
          <a:solidFill>
            <a:srgbClr val="ED1C29">
              <a:alpha val="100000"/>
            </a:srgbClr>
          </a:solidFill>
          <a:ln w="25400">
            <a:noFill/>
            <a:prstDash val="solid"/>
          </a:ln>
        </p:spPr>
        <p:txBody>
          <a:bodyPr lIns="63500" tIns="63500" rIns="63500" bIns="635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/>
            </a:pPr>
            <a:endParaRPr sz="1055" kern="0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80" name="AutoShape 3"/>
          <p:cNvSpPr/>
          <p:nvPr/>
        </p:nvSpPr>
        <p:spPr>
          <a:xfrm>
            <a:off x="8249792" y="0"/>
            <a:ext cx="2762864" cy="566928"/>
          </a:xfrm>
          <a:prstGeom prst="parallelogram">
            <a:avLst/>
          </a:prstGeom>
          <a:solidFill>
            <a:srgbClr val="005AA9">
              <a:alpha val="100000"/>
            </a:srgbClr>
          </a:solidFill>
          <a:ln w="25400">
            <a:noFill/>
            <a:prstDash val="solid"/>
          </a:ln>
        </p:spPr>
        <p:txBody>
          <a:bodyPr lIns="63500" tIns="63500" rIns="63500" bIns="635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/>
            </a:pPr>
            <a:endParaRPr sz="1055" kern="0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81" name="AutoShape 4"/>
          <p:cNvSpPr/>
          <p:nvPr/>
        </p:nvSpPr>
        <p:spPr>
          <a:xfrm>
            <a:off x="8588375" y="0"/>
            <a:ext cx="3603625" cy="566928"/>
          </a:xfrm>
          <a:prstGeom prst="roundRect">
            <a:avLst>
              <a:gd name="adj" fmla="val 0"/>
            </a:avLst>
          </a:prstGeom>
          <a:solidFill>
            <a:srgbClr val="005AA9">
              <a:alpha val="100000"/>
            </a:srgbClr>
          </a:solidFill>
          <a:ln w="25400">
            <a:noFill/>
            <a:prstDash val="solid"/>
          </a:ln>
        </p:spPr>
        <p:txBody>
          <a:bodyPr lIns="63500" tIns="63500" rIns="63500" bIns="635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/>
            </a:pPr>
            <a:endParaRPr sz="1055" kern="0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pic>
        <p:nvPicPr>
          <p:cNvPr id="82" name="Picture 5"/>
          <p:cNvPicPr>
            <a:picLocks noChangeAspect="1"/>
          </p:cNvPicPr>
          <p:nvPr/>
        </p:nvPicPr>
        <p:blipFill>
          <a:blip r:embed="rId3"/>
          <a:srcRect t="36978" b="45732"/>
          <a:stretch>
            <a:fillRect/>
          </a:stretch>
        </p:blipFill>
        <p:spPr>
          <a:xfrm>
            <a:off x="9364524" y="139920"/>
            <a:ext cx="1549829" cy="267948"/>
          </a:xfrm>
          <a:prstGeom prst="roundRect">
            <a:avLst>
              <a:gd name="adj" fmla="val 0"/>
            </a:avLst>
          </a:prstGeom>
          <a:ln>
            <a:noFill/>
            <a:prstDash val="solid"/>
          </a:ln>
        </p:spPr>
      </p:pic>
      <p:sp>
        <p:nvSpPr>
          <p:cNvPr id="83" name="AutoShape 1"/>
          <p:cNvSpPr/>
          <p:nvPr/>
        </p:nvSpPr>
        <p:spPr>
          <a:xfrm>
            <a:off x="0" y="6473952"/>
            <a:ext cx="8812221" cy="384048"/>
          </a:xfrm>
          <a:prstGeom prst="roundRect">
            <a:avLst>
              <a:gd name="adj" fmla="val 0"/>
            </a:avLst>
          </a:prstGeom>
          <a:solidFill>
            <a:srgbClr val="ED1C29">
              <a:alpha val="100000"/>
            </a:srgbClr>
          </a:solidFill>
          <a:ln w="25400">
            <a:noFill/>
            <a:prstDash val="solid"/>
          </a:ln>
        </p:spPr>
        <p:txBody>
          <a:bodyPr lIns="63500" tIns="63500" rIns="63500" bIns="635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/>
            </a:pPr>
            <a:endParaRPr sz="1010" kern="0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84" name="AutoShape 2"/>
          <p:cNvSpPr/>
          <p:nvPr/>
        </p:nvSpPr>
        <p:spPr>
          <a:xfrm>
            <a:off x="665034" y="6569556"/>
            <a:ext cx="4749800" cy="192841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0" tIns="6350" rIns="0" bIns="0" rtlCol="0" anchor="t">
            <a:spAutoFit/>
          </a:bodyPr>
          <a:lstStyle/>
          <a:p>
            <a:pPr marL="1270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230" b="0" i="0" u="none" strike="noStrike" kern="0">
                <a:solidFill>
                  <a:srgbClr val="FFFFFF"/>
                </a:solidFill>
                <a:latin typeface="Arial" panose="020B0604020202020204"/>
                <a:ea typeface="微软雅黑" panose="020B0503020204020204" charset="-122"/>
                <a:cs typeface="Inter 18pt SemiBold"/>
                <a:sym typeface="Inter 18pt SemiBold"/>
              </a:rPr>
              <a:t>Your Neighbourhood Auto Care Expert</a:t>
            </a:r>
            <a:endParaRPr lang="en-US" sz="1230" b="0" i="0" u="none" strike="noStrike" kern="0">
              <a:solidFill>
                <a:srgbClr val="FFFFFF"/>
              </a:solidFill>
              <a:latin typeface="Arial" panose="020B0604020202020204"/>
              <a:ea typeface="微软雅黑" panose="020B0503020204020204" charset="-122"/>
              <a:cs typeface="Inter 18pt SemiBold"/>
              <a:sym typeface="Inter 18pt SemiBold"/>
            </a:endParaRPr>
          </a:p>
        </p:txBody>
      </p:sp>
      <p:sp>
        <p:nvSpPr>
          <p:cNvPr id="85" name="AutoShape 3"/>
          <p:cNvSpPr/>
          <p:nvPr/>
        </p:nvSpPr>
        <p:spPr>
          <a:xfrm>
            <a:off x="8249792" y="6473952"/>
            <a:ext cx="2762864" cy="384048"/>
          </a:xfrm>
          <a:prstGeom prst="parallelogram">
            <a:avLst/>
          </a:prstGeom>
          <a:solidFill>
            <a:srgbClr val="005AA9">
              <a:alpha val="100000"/>
            </a:srgbClr>
          </a:solidFill>
          <a:ln w="25400">
            <a:noFill/>
            <a:prstDash val="solid"/>
          </a:ln>
        </p:spPr>
        <p:txBody>
          <a:bodyPr lIns="63500" tIns="63500" rIns="63500" bIns="635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/>
            </a:pPr>
            <a:endParaRPr sz="1010" kern="0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86" name="AutoShape 4"/>
          <p:cNvSpPr/>
          <p:nvPr/>
        </p:nvSpPr>
        <p:spPr>
          <a:xfrm>
            <a:off x="8588375" y="6473952"/>
            <a:ext cx="3603625" cy="384048"/>
          </a:xfrm>
          <a:prstGeom prst="roundRect">
            <a:avLst>
              <a:gd name="adj" fmla="val 0"/>
            </a:avLst>
          </a:prstGeom>
          <a:solidFill>
            <a:srgbClr val="005AA9">
              <a:alpha val="100000"/>
            </a:srgbClr>
          </a:solidFill>
          <a:ln w="25400">
            <a:noFill/>
            <a:prstDash val="solid"/>
          </a:ln>
        </p:spPr>
        <p:txBody>
          <a:bodyPr lIns="63500" tIns="63500" rIns="63500" bIns="635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/>
            </a:pPr>
            <a:endParaRPr sz="1010" kern="0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87" name="AutoShape 6"/>
          <p:cNvSpPr/>
          <p:nvPr/>
        </p:nvSpPr>
        <p:spPr>
          <a:xfrm>
            <a:off x="8936037" y="6569556"/>
            <a:ext cx="2908300" cy="192841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0" tIns="6350" rIns="0" bIns="0" rtlCol="0" anchor="t">
            <a:spAutoFit/>
          </a:bodyPr>
          <a:lstStyle/>
          <a:p>
            <a:pPr marL="1270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230" b="0" i="0" u="none" strike="noStrike" kern="0">
                <a:solidFill>
                  <a:srgbClr val="FFFFFF"/>
                </a:solidFill>
                <a:latin typeface="Arial" panose="020B0604020202020204"/>
                <a:ea typeface="微软雅黑" panose="020B0503020204020204" charset="-122"/>
                <a:cs typeface="Inter 18pt SemiBold"/>
                <a:sym typeface="Inter 18pt SemiBold"/>
                <a:hlinkClick r:id="rId3" tooltip="https://www.servauto.com.my/"/>
              </a:rPr>
              <a:t>www.servauto.com.my</a:t>
            </a:r>
            <a:endParaRPr lang="en-US" sz="1230" b="0" i="0" u="none" strike="noStrike" kern="0">
              <a:solidFill>
                <a:srgbClr val="FFFFFF"/>
              </a:solidFill>
              <a:latin typeface="Arial" panose="020B0604020202020204"/>
              <a:ea typeface="微软雅黑" panose="020B0503020204020204" charset="-122"/>
              <a:cs typeface="Inter 18pt SemiBold"/>
              <a:sym typeface="Inter 18pt SemiBold"/>
              <a:hlinkClick r:id="rId3" tooltip="https://www.servauto.com.my/"/>
            </a:endParaRPr>
          </a:p>
        </p:txBody>
      </p:sp>
      <p:sp>
        <p:nvSpPr>
          <p:cNvPr id="88" name="TextBox 87"/>
          <p:cNvSpPr txBox="1"/>
          <p:nvPr/>
        </p:nvSpPr>
        <p:spPr>
          <a:xfrm>
            <a:off x="667512" y="82296"/>
            <a:ext cx="841248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ServAuto 服务顾问培训 | Service Advisor Training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12648" y="585216"/>
            <a:ext cx="1097280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500" b="1">
                <a:solidFill>
                  <a:srgbClr val="0B1D35"/>
                </a:solidFill>
                <a:latin typeface="微软雅黑"/>
                <a:ea typeface="微软雅黑"/>
                <a:cs typeface="微软雅黑"/>
              </a:rPr>
              <a:t>Products, Services &amp; Packages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612648" y="1060704"/>
            <a:ext cx="10972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6E8299"/>
                </a:solidFill>
                <a:latin typeface="微软雅黑"/>
                <a:ea typeface="微软雅黑"/>
                <a:cs typeface="微软雅黑"/>
              </a:rPr>
              <a:t>产品、项目与套餐知识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612648" y="1371600"/>
            <a:ext cx="10972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ED1C29"/>
                </a:solidFill>
                <a:latin typeface="微软雅黑"/>
                <a:ea typeface="微软雅黑"/>
                <a:cs typeface="微软雅黑"/>
              </a:rPr>
              <a:t>自己先懂，才能讲清楚 · Know it well, explain it clearly</a:t>
            </a:r>
          </a:p>
        </p:txBody>
      </p:sp>
      <p:sp>
        <p:nvSpPr>
          <p:cNvPr id="92" name="Rectangle 91"/>
          <p:cNvSpPr/>
          <p:nvPr/>
        </p:nvSpPr>
        <p:spPr>
          <a:xfrm>
            <a:off x="612648" y="1682496"/>
            <a:ext cx="10972800" cy="29260"/>
          </a:xfrm>
          <a:prstGeom prst="rect">
            <a:avLst/>
          </a:prstGeom>
          <a:solidFill>
            <a:srgbClr val="ED1C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圆角矩形 35"/>
          <p:cNvSpPr/>
          <p:nvPr/>
        </p:nvSpPr>
        <p:spPr>
          <a:xfrm>
            <a:off x="603504" y="2354579"/>
            <a:ext cx="2743200" cy="44348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solidFill>
              <a:schemeClr val="accent1">
                <a:lumMod val="20000"/>
                <a:lumOff val="80000"/>
              </a:schemeClr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46304" tIns="0" rIns="146304" bIns="0" rtlCol="0" anchor="ctr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en-US" sz="700" b="0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+mn-ea"/>
              </a:rPr>
              <a:t>Tyres &amp; Alignment</a:t>
            </a:r>
            <a:endParaRPr lang="zh-CN" altLang="en-US" sz="950">
              <a:solidFill>
                <a:schemeClr val="lt1">
                  <a:lumMod val="100000"/>
                </a:schemeClr>
              </a:solidFill>
              <a:latin typeface="+mn-ea"/>
              <a:cs typeface="+mn-ea"/>
              <a:sym typeface="+mn-ea"/>
            </a:endParaRP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en-US" sz="850" b="1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+mn-ea"/>
              </a:rPr>
              <a:t>轮胎定位</a:t>
            </a:r>
            <a:endParaRPr lang="zh-CN" altLang="en-US" sz="950">
              <a:solidFill>
                <a:schemeClr val="lt1">
                  <a:lumMod val="100000"/>
                </a:schemeClr>
              </a:solidFill>
              <a:latin typeface="+mn-ea"/>
              <a:cs typeface="+mn-ea"/>
              <a:sym typeface="+mn-ea"/>
            </a:endParaRPr>
          </a:p>
        </p:txBody>
      </p:sp>
      <p:sp>
        <p:nvSpPr>
          <p:cNvPr id="69" name="圆角矩形 6"/>
          <p:cNvSpPr/>
          <p:nvPr/>
        </p:nvSpPr>
        <p:spPr>
          <a:xfrm>
            <a:off x="3474720" y="2336291"/>
            <a:ext cx="4142232" cy="480060"/>
          </a:xfrm>
          <a:prstGeom prst="roundRect">
            <a:avLst>
              <a:gd name="adj" fmla="val 50000"/>
            </a:avLst>
          </a:prstGeom>
          <a:solidFill>
            <a:srgbClr val="EBF0F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lIns="109728" tIns="0" rIns="109728" bIns="0" numCol="1" spcCol="0" rtlCol="0" fromWordArt="0" anchor="ctr" anchorCtr="0" forceAA="0" compatLnSpc="1">
            <a:noAutofit/>
          </a:bodyPr>
          <a:lstStyle/>
          <a:p>
            <a:pPr lvl="0" indent="0" algn="l" fontAlgn="auto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</a:pPr>
            <a:r>
              <a:rPr lang="en-US" altLang="en-US" sz="1000" b="0">
                <a:solidFill>
                  <a:srgbClr val="1F2329"/>
                </a:solidFill>
                <a:latin typeface="微软雅黑"/>
                <a:ea typeface="微软雅黑"/>
                <a:cs typeface="微软雅黑"/>
                <a:sym typeface="+mn-ea"/>
              </a:rPr>
              <a:t>轮胎与四轮定位</a:t>
            </a:r>
            <a:endParaRPr lang="en-US" altLang="en-US" sz="1600">
              <a:solidFill>
                <a:schemeClr val="tx1">
                  <a:lumMod val="85000"/>
                  <a:lumOff val="15000"/>
                </a:schemeClr>
              </a:solidFill>
              <a:sym typeface="+mn-ea"/>
            </a:endParaRPr>
          </a:p>
          <a:p>
            <a:pPr lvl="0" indent="0" algn="l" fontAlgn="auto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</a:pPr>
            <a:r>
              <a:rPr lang="zh-CN" altLang="en-US" sz="800" b="0">
                <a:solidFill>
                  <a:srgbClr val="6E8299"/>
                </a:solidFill>
                <a:latin typeface="微软雅黑"/>
                <a:ea typeface="微软雅黑"/>
                <a:cs typeface="微软雅黑"/>
                <a:sym typeface="+mn-ea"/>
              </a:rPr>
              <a:t>Tyres and wheel alignment</a:t>
            </a:r>
            <a:endParaRPr lang="zh-CN" altLang="en-US" sz="1150">
              <a:solidFill>
                <a:srgbClr val="6E8299"/>
              </a:solidFill>
              <a:latin typeface="+mn-ea"/>
              <a:cs typeface="+mn-ea"/>
              <a:sym typeface="+mn-ea"/>
            </a:endParaRPr>
          </a:p>
        </p:txBody>
      </p:sp>
      <p:sp>
        <p:nvSpPr>
          <p:cNvPr id="70" name="圆角矩形 35"/>
          <p:cNvSpPr/>
          <p:nvPr/>
        </p:nvSpPr>
        <p:spPr>
          <a:xfrm>
            <a:off x="603504" y="2916936"/>
            <a:ext cx="2743200" cy="44348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solidFill>
              <a:schemeClr val="accent1">
                <a:lumMod val="20000"/>
                <a:lumOff val="80000"/>
              </a:schemeClr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46304" tIns="0" rIns="146304" bIns="0" rtlCol="0" anchor="ctr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en-US" sz="700" b="0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+mn-ea"/>
              </a:rPr>
              <a:t>Fluids &amp; Brakes</a:t>
            </a:r>
            <a:endParaRPr lang="zh-CN" altLang="en-US" sz="950">
              <a:solidFill>
                <a:schemeClr val="lt1">
                  <a:lumMod val="100000"/>
                </a:schemeClr>
              </a:solidFill>
              <a:latin typeface="+mn-ea"/>
              <a:cs typeface="+mn-ea"/>
              <a:sym typeface="+mn-ea"/>
            </a:endParaRP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en-US" sz="850" b="1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+mn-ea"/>
              </a:rPr>
              <a:t>油液刹车</a:t>
            </a:r>
            <a:endParaRPr lang="zh-CN" altLang="en-US" sz="950">
              <a:solidFill>
                <a:schemeClr val="lt1">
                  <a:lumMod val="100000"/>
                </a:schemeClr>
              </a:solidFill>
              <a:latin typeface="+mn-ea"/>
              <a:cs typeface="+mn-ea"/>
              <a:sym typeface="+mn-ea"/>
            </a:endParaRPr>
          </a:p>
        </p:txBody>
      </p:sp>
      <p:sp>
        <p:nvSpPr>
          <p:cNvPr id="69" name="圆角矩形 6"/>
          <p:cNvSpPr/>
          <p:nvPr/>
        </p:nvSpPr>
        <p:spPr>
          <a:xfrm>
            <a:off x="3474720" y="2898648"/>
            <a:ext cx="4142232" cy="480060"/>
          </a:xfrm>
          <a:prstGeom prst="roundRect">
            <a:avLst>
              <a:gd name="adj" fmla="val 50000"/>
            </a:avLst>
          </a:prstGeom>
          <a:solidFill>
            <a:srgbClr val="EBF0F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lIns="109728" tIns="0" rIns="109728" bIns="0" numCol="1" spcCol="0" rtlCol="0" fromWordArt="0" anchor="ctr" anchorCtr="0" forceAA="0" compatLnSpc="1">
            <a:noAutofit/>
          </a:bodyPr>
          <a:lstStyle/>
          <a:p>
            <a:pPr lvl="0" indent="0" algn="l" fontAlgn="auto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</a:pPr>
            <a:r>
              <a:rPr lang="en-US" altLang="en-US" sz="1000" b="0">
                <a:solidFill>
                  <a:srgbClr val="1F2329"/>
                </a:solidFill>
                <a:latin typeface="微软雅黑"/>
                <a:ea typeface="微软雅黑"/>
                <a:cs typeface="微软雅黑"/>
                <a:sym typeface="+mn-ea"/>
              </a:rPr>
              <a:t>油液、冷却与刹车系统</a:t>
            </a:r>
            <a:endParaRPr lang="en-US" altLang="en-US" sz="1600">
              <a:solidFill>
                <a:schemeClr val="tx1">
                  <a:lumMod val="85000"/>
                  <a:lumOff val="15000"/>
                </a:schemeClr>
              </a:solidFill>
              <a:sym typeface="+mn-ea"/>
            </a:endParaRPr>
          </a:p>
          <a:p>
            <a:pPr lvl="0" indent="0" algn="l" fontAlgn="auto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</a:pPr>
            <a:r>
              <a:rPr lang="zh-CN" altLang="en-US" sz="800" b="0">
                <a:solidFill>
                  <a:srgbClr val="6E8299"/>
                </a:solidFill>
                <a:latin typeface="微软雅黑"/>
                <a:ea typeface="微软雅黑"/>
                <a:cs typeface="微软雅黑"/>
                <a:sym typeface="+mn-ea"/>
              </a:rPr>
              <a:t>Fluids, cooling and brake system</a:t>
            </a:r>
            <a:endParaRPr lang="zh-CN" altLang="en-US" sz="1150">
              <a:solidFill>
                <a:srgbClr val="6E8299"/>
              </a:solidFill>
              <a:latin typeface="+mn-ea"/>
              <a:cs typeface="+mn-ea"/>
              <a:sym typeface="+mn-ea"/>
            </a:endParaRPr>
          </a:p>
        </p:txBody>
      </p:sp>
      <p:sp>
        <p:nvSpPr>
          <p:cNvPr id="70" name="圆角矩形 35"/>
          <p:cNvSpPr/>
          <p:nvPr/>
        </p:nvSpPr>
        <p:spPr>
          <a:xfrm>
            <a:off x="603504" y="3479292"/>
            <a:ext cx="2743200" cy="44348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solidFill>
              <a:schemeClr val="accent1">
                <a:lumMod val="20000"/>
                <a:lumOff val="80000"/>
              </a:schemeClr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46304" tIns="0" rIns="146304" bIns="0" rtlCol="0" anchor="ctr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en-US" sz="700" b="0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+mn-ea"/>
              </a:rPr>
              <a:t>Battery &amp; A/C</a:t>
            </a:r>
            <a:endParaRPr lang="zh-CN" altLang="en-US" sz="950">
              <a:solidFill>
                <a:schemeClr val="lt1">
                  <a:lumMod val="100000"/>
                </a:schemeClr>
              </a:solidFill>
              <a:latin typeface="+mn-ea"/>
              <a:cs typeface="+mn-ea"/>
              <a:sym typeface="+mn-ea"/>
            </a:endParaRP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en-US" sz="850" b="1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+mn-ea"/>
              </a:rPr>
              <a:t>电瓶空调</a:t>
            </a:r>
            <a:endParaRPr lang="zh-CN" altLang="en-US" sz="950">
              <a:solidFill>
                <a:schemeClr val="lt1">
                  <a:lumMod val="100000"/>
                </a:schemeClr>
              </a:solidFill>
              <a:latin typeface="+mn-ea"/>
              <a:cs typeface="+mn-ea"/>
              <a:sym typeface="+mn-ea"/>
            </a:endParaRPr>
          </a:p>
        </p:txBody>
      </p:sp>
      <p:sp>
        <p:nvSpPr>
          <p:cNvPr id="69" name="圆角矩形 6"/>
          <p:cNvSpPr/>
          <p:nvPr/>
        </p:nvSpPr>
        <p:spPr>
          <a:xfrm>
            <a:off x="3474720" y="3461004"/>
            <a:ext cx="4142232" cy="480060"/>
          </a:xfrm>
          <a:prstGeom prst="roundRect">
            <a:avLst>
              <a:gd name="adj" fmla="val 50000"/>
            </a:avLst>
          </a:prstGeom>
          <a:solidFill>
            <a:srgbClr val="EBF0F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lIns="109728" tIns="0" rIns="109728" bIns="0" numCol="1" spcCol="0" rtlCol="0" fromWordArt="0" anchor="ctr" anchorCtr="0" forceAA="0" compatLnSpc="1">
            <a:noAutofit/>
          </a:bodyPr>
          <a:lstStyle/>
          <a:p>
            <a:pPr lvl="0" indent="0" algn="l" fontAlgn="auto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</a:pPr>
            <a:r>
              <a:rPr lang="en-US" altLang="en-US" sz="1000" b="0">
                <a:solidFill>
                  <a:srgbClr val="1F2329"/>
                </a:solidFill>
                <a:latin typeface="微软雅黑"/>
                <a:ea typeface="微软雅黑"/>
                <a:cs typeface="微软雅黑"/>
                <a:sym typeface="+mn-ea"/>
              </a:rPr>
              <a:t>电瓶、空调、美容与轻改</a:t>
            </a:r>
            <a:endParaRPr lang="en-US" altLang="en-US" sz="1600">
              <a:solidFill>
                <a:schemeClr val="tx1">
                  <a:lumMod val="85000"/>
                  <a:lumOff val="15000"/>
                </a:schemeClr>
              </a:solidFill>
              <a:sym typeface="+mn-ea"/>
            </a:endParaRPr>
          </a:p>
          <a:p>
            <a:pPr lvl="0" indent="0" algn="l" fontAlgn="auto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</a:pPr>
            <a:r>
              <a:rPr lang="zh-CN" altLang="en-US" sz="800" b="0">
                <a:solidFill>
                  <a:srgbClr val="6E8299"/>
                </a:solidFill>
                <a:latin typeface="微软雅黑"/>
                <a:ea typeface="微软雅黑"/>
                <a:cs typeface="微软雅黑"/>
                <a:sym typeface="+mn-ea"/>
              </a:rPr>
              <a:t>Battery, air-conditioning, detailing, light mods</a:t>
            </a:r>
            <a:endParaRPr lang="zh-CN" altLang="en-US" sz="1150">
              <a:solidFill>
                <a:srgbClr val="6E8299"/>
              </a:solidFill>
              <a:latin typeface="+mn-ea"/>
              <a:cs typeface="+mn-ea"/>
              <a:sym typeface="+mn-ea"/>
            </a:endParaRP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5" name="矩形: 圆角 2"/>
          <p:cNvSpPr/>
          <p:nvPr/>
        </p:nvSpPr>
        <p:spPr>
          <a:xfrm>
            <a:off x="692467" y="2924057"/>
            <a:ext cx="2383286" cy="1773328"/>
          </a:xfrm>
          <a:prstGeom prst="roundRect">
            <a:avLst>
              <a:gd name="adj" fmla="val 5768"/>
            </a:avLst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4" name="Rounded Rectangle 43"/>
          <p:cNvSpPr/>
          <p:nvPr/>
        </p:nvSpPr>
        <p:spPr>
          <a:xfrm>
            <a:off x="764540" y="4754880"/>
            <a:ext cx="2383790" cy="1280160"/>
          </a:xfrm>
          <a:prstGeom prst="roundRect">
            <a:avLst>
              <a:gd name="adj" fmla="val 6000"/>
            </a:avLst>
          </a:prstGeom>
          <a:solidFill>
            <a:srgbClr val="EB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3570709" y="4754880"/>
            <a:ext cx="2239692" cy="1280160"/>
          </a:xfrm>
          <a:prstGeom prst="roundRect">
            <a:avLst>
              <a:gd name="adj" fmla="val 6000"/>
            </a:avLst>
          </a:prstGeom>
          <a:solidFill>
            <a:srgbClr val="EB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6375884" y="4754880"/>
            <a:ext cx="2239692" cy="1280160"/>
          </a:xfrm>
          <a:prstGeom prst="roundRect">
            <a:avLst>
              <a:gd name="adj" fmla="val 6000"/>
            </a:avLst>
          </a:prstGeom>
          <a:solidFill>
            <a:srgbClr val="EB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9181694" y="4754880"/>
            <a:ext cx="2239692" cy="1280160"/>
          </a:xfrm>
          <a:prstGeom prst="roundRect">
            <a:avLst>
              <a:gd name="adj" fmla="val 6000"/>
            </a:avLst>
          </a:prstGeom>
          <a:solidFill>
            <a:srgbClr val="EB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矩形 8"/>
          <p:cNvSpPr/>
          <p:nvPr/>
        </p:nvSpPr>
        <p:spPr>
          <a:xfrm>
            <a:off x="764540" y="4791456"/>
            <a:ext cx="2383790" cy="1188720"/>
          </a:xfrm>
          <a:prstGeom prst="rect">
            <a:avLst/>
          </a:prstGeom>
        </p:spPr>
        <p:txBody>
          <a:bodyPr wrap="square" lIns="0" tIns="0" rIns="0" bIns="0">
            <a:noAutofit/>
          </a:bodyPr>
          <a:lstStyle/>
          <a:p>
            <a:pPr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en-US" sz="950" b="0">
                <a:solidFill>
                  <a:srgbClr val="1F2329"/>
                </a:solidFill>
                <a:latin typeface="微软雅黑" panose="020B0604020202020204"/>
                <a:ea typeface="微软雅黑" panose="020B0503020204020204" charset="-122"/>
                <a:cs typeface="微软雅黑"/>
              </a:rPr>
              <a:t>先讲价值，再讲价格</a:t>
            </a:r>
            <a:endParaRPr lang="en-US" altLang="en-US" sz="1350">
              <a:solidFill>
                <a:schemeClr val="tx1">
                  <a:lumMod val="85000"/>
                  <a:lumOff val="15000"/>
                </a:schemeClr>
              </a:solidFill>
              <a:latin typeface="Arial" panose="020B0604020202020204"/>
              <a:ea typeface="微软雅黑" panose="020B0503020204020204" charset="-122"/>
            </a:endParaRPr>
          </a:p>
          <a:p>
            <a:pPr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780" b="0">
                <a:solidFill>
                  <a:srgbClr val="6E8299"/>
                </a:solidFill>
                <a:latin typeface="微软雅黑"/>
                <a:ea typeface="微软雅黑"/>
                <a:cs typeface="微软雅黑"/>
              </a:rPr>
              <a:t>Lead with value, then talk about price</a:t>
            </a:r>
            <a:endParaRPr lang="zh-CN" altLang="en-US" sz="950">
              <a:solidFill>
                <a:srgbClr val="6E8299"/>
              </a:solidFill>
              <a:latin typeface="+mn-ea"/>
              <a:cs typeface="+mn-ea"/>
            </a:endParaRPr>
          </a:p>
        </p:txBody>
      </p:sp>
      <p:sp>
        <p:nvSpPr>
          <p:cNvPr id="17" name="矩形 9"/>
          <p:cNvSpPr/>
          <p:nvPr/>
        </p:nvSpPr>
        <p:spPr>
          <a:xfrm>
            <a:off x="764265" y="3874576"/>
            <a:ext cx="2239693" cy="822463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kumimoji="1" lang="en-US" altLang="en-US" sz="1300" b="1">
                <a:solidFill>
                  <a:srgbClr val="FFFFFF"/>
                </a:solidFill>
                <a:latin typeface="微软雅黑" panose="020B0604020202020204"/>
                <a:ea typeface="微软雅黑" panose="020B0503020204020204" charset="-122"/>
                <a:cs typeface="微软雅黑"/>
              </a:rPr>
              <a:t>Value First</a:t>
            </a:r>
            <a:endParaRPr kumimoji="1" lang="en-US" altLang="en-US" sz="1800" b="1">
              <a:solidFill>
                <a:srgbClr val="FFFFFF"/>
              </a:solidFill>
              <a:latin typeface="Arial" panose="020B0604020202020204"/>
              <a:ea typeface="微软雅黑" panose="020B0503020204020204" charset="-122"/>
            </a:endParaRP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kumimoji="1" lang="zh-CN" altLang="en-US" sz="1050" b="0">
                <a:solidFill>
                  <a:srgbClr val="D6E0F0"/>
                </a:solidFill>
                <a:latin typeface="微软雅黑"/>
                <a:ea typeface="微软雅黑"/>
                <a:cs typeface="微软雅黑"/>
              </a:rPr>
              <a:t>先讲价值</a:t>
            </a:r>
            <a:endParaRPr kumimoji="1" lang="zh-CN" altLang="en-US" sz="1300">
              <a:solidFill>
                <a:srgbClr val="6E8299"/>
              </a:solidFill>
              <a:latin typeface="+mn-ea"/>
              <a:cs typeface="+mn-ea"/>
            </a:endParaRPr>
          </a:p>
        </p:txBody>
      </p:sp>
      <p:pic>
        <p:nvPicPr>
          <p:cNvPr id="18" name="图片 17" descr="/data/temp/336c6cc7-a9fe-11f0-a9b7-3692c9aabca4.jpg@base@tag=imgScale&amp;m=1&amp;w=514&amp;h=514&amp;q=95336c6cc7-a9fe-11f0-a9b7-3692c9aabca4"/>
          <p:cNvPicPr>
            <a:picLocks noChangeAspect="1"/>
          </p:cNvPicPr>
          <p:nvPr/>
        </p:nvPicPr>
        <p:blipFill>
          <a:blip r:embed="rId7"/>
          <a:srcRect l="16678" r="16678"/>
          <a:stretch>
            <a:fillRect/>
          </a:stretch>
        </p:blipFill>
        <p:spPr>
          <a:xfrm>
            <a:off x="958053" y="1964007"/>
            <a:ext cx="1851479" cy="1852114"/>
          </a:xfrm>
          <a:custGeom>
            <a:avLst/>
            <a:gdLst>
              <a:gd name="connsiteX0" fmla="*/ 128742 w 2232000"/>
              <a:gd name="connsiteY0" fmla="*/ 0 h 2232000"/>
              <a:gd name="connsiteX1" fmla="*/ 2103258 w 2232000"/>
              <a:gd name="connsiteY1" fmla="*/ 0 h 2232000"/>
              <a:gd name="connsiteX2" fmla="*/ 2232000 w 2232000"/>
              <a:gd name="connsiteY2" fmla="*/ 128742 h 2232000"/>
              <a:gd name="connsiteX3" fmla="*/ 2232000 w 2232000"/>
              <a:gd name="connsiteY3" fmla="*/ 2103258 h 2232000"/>
              <a:gd name="connsiteX4" fmla="*/ 2103258 w 2232000"/>
              <a:gd name="connsiteY4" fmla="*/ 2232000 h 2232000"/>
              <a:gd name="connsiteX5" fmla="*/ 128742 w 2232000"/>
              <a:gd name="connsiteY5" fmla="*/ 2232000 h 2232000"/>
              <a:gd name="connsiteX6" fmla="*/ 0 w 2232000"/>
              <a:gd name="connsiteY6" fmla="*/ 2103258 h 2232000"/>
              <a:gd name="connsiteX7" fmla="*/ 0 w 2232000"/>
              <a:gd name="connsiteY7" fmla="*/ 128742 h 2232000"/>
              <a:gd name="connsiteX8" fmla="*/ 128742 w 2232000"/>
              <a:gd name="connsiteY8" fmla="*/ 0 h 223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232000" h="2232000">
                <a:moveTo>
                  <a:pt x="128742" y="0"/>
                </a:moveTo>
                <a:lnTo>
                  <a:pt x="2103258" y="0"/>
                </a:lnTo>
                <a:cubicBezTo>
                  <a:pt x="2174360" y="0"/>
                  <a:pt x="2232000" y="57640"/>
                  <a:pt x="2232000" y="128742"/>
                </a:cubicBezTo>
                <a:lnTo>
                  <a:pt x="2232000" y="2103258"/>
                </a:lnTo>
                <a:cubicBezTo>
                  <a:pt x="2232000" y="2174360"/>
                  <a:pt x="2174360" y="2232000"/>
                  <a:pt x="2103258" y="2232000"/>
                </a:cubicBezTo>
                <a:lnTo>
                  <a:pt x="128742" y="2232000"/>
                </a:lnTo>
                <a:cubicBezTo>
                  <a:pt x="57640" y="2232000"/>
                  <a:pt x="0" y="2174360"/>
                  <a:pt x="0" y="2103258"/>
                </a:cubicBezTo>
                <a:lnTo>
                  <a:pt x="0" y="128742"/>
                </a:lnTo>
                <a:cubicBezTo>
                  <a:pt x="0" y="57640"/>
                  <a:pt x="57640" y="0"/>
                  <a:pt x="128742" y="0"/>
                </a:cubicBezTo>
                <a:close/>
              </a:path>
            </a:pathLst>
          </a:custGeom>
          <a:ln>
            <a:solidFill>
              <a:schemeClr val="accent1"/>
            </a:solidFill>
          </a:ln>
        </p:spPr>
      </p:pic>
      <p:sp>
        <p:nvSpPr>
          <p:cNvPr id="19" name="矩形: 圆角 1"/>
          <p:cNvSpPr/>
          <p:nvPr/>
        </p:nvSpPr>
        <p:spPr>
          <a:xfrm>
            <a:off x="3498277" y="2924057"/>
            <a:ext cx="2383286" cy="1773328"/>
          </a:xfrm>
          <a:prstGeom prst="roundRect">
            <a:avLst>
              <a:gd name="adj" fmla="val 5768"/>
            </a:avLst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" name="矩形 23"/>
          <p:cNvSpPr/>
          <p:nvPr/>
        </p:nvSpPr>
        <p:spPr>
          <a:xfrm>
            <a:off x="3570709" y="4791456"/>
            <a:ext cx="2239692" cy="1188720"/>
          </a:xfrm>
          <a:prstGeom prst="rect">
            <a:avLst/>
          </a:prstGeom>
        </p:spPr>
        <p:txBody>
          <a:bodyPr wrap="square" lIns="0" tIns="0" rIns="0" bIns="0">
            <a:noAutofit/>
          </a:bodyPr>
          <a:lstStyle/>
          <a:p>
            <a:pPr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en-US" sz="950" b="0">
                <a:solidFill>
                  <a:srgbClr val="1F2329"/>
                </a:solidFill>
                <a:latin typeface="微软雅黑" panose="020B0604020202020204"/>
                <a:ea typeface="微软雅黑" panose="020B0503020204020204" charset="-122"/>
                <a:cs typeface="微软雅黑"/>
              </a:rPr>
              <a:t>当场算账：客户能省多少</a:t>
            </a:r>
            <a:endParaRPr lang="en-US" altLang="en-US" sz="1350">
              <a:solidFill>
                <a:schemeClr val="tx1">
                  <a:lumMod val="85000"/>
                  <a:lumOff val="15000"/>
                </a:schemeClr>
              </a:solidFill>
              <a:latin typeface="Arial" panose="020B0604020202020204"/>
              <a:ea typeface="微软雅黑" panose="020B0503020204020204" charset="-122"/>
            </a:endParaRPr>
          </a:p>
          <a:p>
            <a:pPr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780" b="0">
                <a:solidFill>
                  <a:srgbClr val="6E8299"/>
                </a:solidFill>
                <a:latin typeface="微软雅黑"/>
                <a:ea typeface="微软雅黑"/>
                <a:cs typeface="微软雅黑"/>
              </a:rPr>
              <a:t>Do the maths out loud - show what they save</a:t>
            </a:r>
            <a:endParaRPr lang="zh-CN" altLang="en-US" sz="950">
              <a:solidFill>
                <a:srgbClr val="6E8299"/>
              </a:solidFill>
              <a:latin typeface="+mn-ea"/>
              <a:cs typeface="+mn-ea"/>
            </a:endParaRPr>
          </a:p>
        </p:txBody>
      </p:sp>
      <p:sp>
        <p:nvSpPr>
          <p:cNvPr id="21" name="矩形 24"/>
          <p:cNvSpPr/>
          <p:nvPr/>
        </p:nvSpPr>
        <p:spPr>
          <a:xfrm>
            <a:off x="3570074" y="3874576"/>
            <a:ext cx="2239693" cy="822463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kumimoji="1" lang="en-US" altLang="en-US" sz="1300" b="1">
                <a:solidFill>
                  <a:srgbClr val="FFFFFF"/>
                </a:solidFill>
                <a:latin typeface="微软雅黑" panose="020B0604020202020204"/>
                <a:ea typeface="微软雅黑" panose="020B0503020204020204" charset="-122"/>
                <a:cs typeface="微软雅黑"/>
              </a:rPr>
              <a:t>Do the Maths</a:t>
            </a:r>
            <a:endParaRPr kumimoji="1" lang="en-US" altLang="en-US" sz="1800" b="1">
              <a:solidFill>
                <a:srgbClr val="FFFFFF"/>
              </a:solidFill>
              <a:latin typeface="Arial" panose="020B0604020202020204"/>
              <a:ea typeface="微软雅黑" panose="020B0503020204020204" charset="-122"/>
            </a:endParaRP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kumimoji="1" lang="zh-CN" altLang="en-US" sz="1050" b="0">
                <a:solidFill>
                  <a:srgbClr val="D6E0F0"/>
                </a:solidFill>
                <a:latin typeface="微软雅黑"/>
                <a:ea typeface="微软雅黑"/>
                <a:cs typeface="微软雅黑"/>
              </a:rPr>
              <a:t>当场算账</a:t>
            </a:r>
            <a:endParaRPr kumimoji="1" lang="zh-CN" altLang="en-US" sz="1300">
              <a:solidFill>
                <a:srgbClr val="6E8299"/>
              </a:solidFill>
              <a:latin typeface="+mn-ea"/>
              <a:cs typeface="+mn-ea"/>
            </a:endParaRPr>
          </a:p>
        </p:txBody>
      </p:sp>
      <p:pic>
        <p:nvPicPr>
          <p:cNvPr id="22" name="图片 25" descr="/data/temp/336c6d5c-a9fe-11f0-a9b7-3692c9aabca4.jpg@base@tag=imgScale&amp;m=1&amp;w=514&amp;h=514&amp;q=95336c6d5c-a9fe-11f0-a9b7-3692c9aabca4"/>
          <p:cNvPicPr>
            <a:picLocks noChangeAspect="1"/>
          </p:cNvPicPr>
          <p:nvPr/>
        </p:nvPicPr>
        <p:blipFill>
          <a:blip r:embed="rId8"/>
          <a:srcRect l="16635" r="16635"/>
          <a:stretch>
            <a:fillRect/>
          </a:stretch>
        </p:blipFill>
        <p:spPr>
          <a:xfrm>
            <a:off x="3764499" y="1964007"/>
            <a:ext cx="1851479" cy="1852114"/>
          </a:xfrm>
          <a:custGeom>
            <a:avLst/>
            <a:gdLst>
              <a:gd name="connsiteX0" fmla="*/ 128742 w 2232000"/>
              <a:gd name="connsiteY0" fmla="*/ 0 h 2232000"/>
              <a:gd name="connsiteX1" fmla="*/ 2103258 w 2232000"/>
              <a:gd name="connsiteY1" fmla="*/ 0 h 2232000"/>
              <a:gd name="connsiteX2" fmla="*/ 2232000 w 2232000"/>
              <a:gd name="connsiteY2" fmla="*/ 128742 h 2232000"/>
              <a:gd name="connsiteX3" fmla="*/ 2232000 w 2232000"/>
              <a:gd name="connsiteY3" fmla="*/ 2103258 h 2232000"/>
              <a:gd name="connsiteX4" fmla="*/ 2103258 w 2232000"/>
              <a:gd name="connsiteY4" fmla="*/ 2232000 h 2232000"/>
              <a:gd name="connsiteX5" fmla="*/ 128742 w 2232000"/>
              <a:gd name="connsiteY5" fmla="*/ 2232000 h 2232000"/>
              <a:gd name="connsiteX6" fmla="*/ 0 w 2232000"/>
              <a:gd name="connsiteY6" fmla="*/ 2103258 h 2232000"/>
              <a:gd name="connsiteX7" fmla="*/ 0 w 2232000"/>
              <a:gd name="connsiteY7" fmla="*/ 128742 h 2232000"/>
              <a:gd name="connsiteX8" fmla="*/ 128742 w 2232000"/>
              <a:gd name="connsiteY8" fmla="*/ 0 h 223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232000" h="2232000">
                <a:moveTo>
                  <a:pt x="128742" y="0"/>
                </a:moveTo>
                <a:lnTo>
                  <a:pt x="2103258" y="0"/>
                </a:lnTo>
                <a:cubicBezTo>
                  <a:pt x="2174360" y="0"/>
                  <a:pt x="2232000" y="57640"/>
                  <a:pt x="2232000" y="128742"/>
                </a:cubicBezTo>
                <a:lnTo>
                  <a:pt x="2232000" y="2103258"/>
                </a:lnTo>
                <a:cubicBezTo>
                  <a:pt x="2232000" y="2174360"/>
                  <a:pt x="2174360" y="2232000"/>
                  <a:pt x="2103258" y="2232000"/>
                </a:cubicBezTo>
                <a:lnTo>
                  <a:pt x="128742" y="2232000"/>
                </a:lnTo>
                <a:cubicBezTo>
                  <a:pt x="57640" y="2232000"/>
                  <a:pt x="0" y="2174360"/>
                  <a:pt x="0" y="2103258"/>
                </a:cubicBezTo>
                <a:lnTo>
                  <a:pt x="0" y="128742"/>
                </a:lnTo>
                <a:cubicBezTo>
                  <a:pt x="0" y="57640"/>
                  <a:pt x="57640" y="0"/>
                  <a:pt x="128742" y="0"/>
                </a:cubicBezTo>
                <a:close/>
              </a:path>
            </a:pathLst>
          </a:custGeom>
          <a:ln>
            <a:solidFill>
              <a:schemeClr val="accent1"/>
            </a:solidFill>
          </a:ln>
        </p:spPr>
      </p:pic>
      <p:sp>
        <p:nvSpPr>
          <p:cNvPr id="23" name="矩形: 圆角 3"/>
          <p:cNvSpPr/>
          <p:nvPr/>
        </p:nvSpPr>
        <p:spPr>
          <a:xfrm>
            <a:off x="6304087" y="2924692"/>
            <a:ext cx="2383286" cy="1773328"/>
          </a:xfrm>
          <a:prstGeom prst="roundRect">
            <a:avLst>
              <a:gd name="adj" fmla="val 5768"/>
            </a:avLst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" name="矩形 27"/>
          <p:cNvSpPr/>
          <p:nvPr/>
        </p:nvSpPr>
        <p:spPr>
          <a:xfrm>
            <a:off x="6375884" y="4791456"/>
            <a:ext cx="2239692" cy="1188720"/>
          </a:xfrm>
          <a:prstGeom prst="rect">
            <a:avLst/>
          </a:prstGeom>
        </p:spPr>
        <p:txBody>
          <a:bodyPr wrap="square" lIns="0" tIns="0" rIns="0" bIns="0">
            <a:noAutofit/>
          </a:bodyPr>
          <a:lstStyle/>
          <a:p>
            <a:pPr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en-US" sz="950" b="0">
                <a:solidFill>
                  <a:srgbClr val="1F2329"/>
                </a:solidFill>
                <a:latin typeface="微软雅黑" panose="020B0604020202020204"/>
                <a:ea typeface="微软雅黑" panose="020B0503020204020204" charset="-122"/>
                <a:cs typeface="微软雅黑"/>
              </a:rPr>
              <a:t>快速判断客户：新客 / 老客 / 保养到期 / 换胎</a:t>
            </a:r>
            <a:endParaRPr lang="en-US" altLang="en-US" sz="1350">
              <a:solidFill>
                <a:schemeClr val="tx1">
                  <a:lumMod val="85000"/>
                  <a:lumOff val="15000"/>
                </a:schemeClr>
              </a:solidFill>
              <a:latin typeface="Arial" panose="020B0604020202020204"/>
              <a:ea typeface="微软雅黑" panose="020B0503020204020204" charset="-122"/>
            </a:endParaRPr>
          </a:p>
          <a:p>
            <a:pPr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780" b="0">
                <a:solidFill>
                  <a:srgbClr val="6E8299"/>
                </a:solidFill>
                <a:latin typeface="微软雅黑"/>
                <a:ea typeface="微软雅黑"/>
                <a:cs typeface="微软雅黑"/>
              </a:rPr>
              <a:t>Read the customer: new, returning, due, tyre change</a:t>
            </a:r>
            <a:endParaRPr lang="zh-CN" altLang="en-US" sz="950">
              <a:solidFill>
                <a:srgbClr val="6E8299"/>
              </a:solidFill>
              <a:latin typeface="+mn-ea"/>
              <a:cs typeface="+mn-ea"/>
            </a:endParaRPr>
          </a:p>
        </p:txBody>
      </p:sp>
      <p:sp>
        <p:nvSpPr>
          <p:cNvPr id="25" name="矩形 28"/>
          <p:cNvSpPr/>
          <p:nvPr/>
        </p:nvSpPr>
        <p:spPr>
          <a:xfrm>
            <a:off x="6375884" y="3875211"/>
            <a:ext cx="2239692" cy="822463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kumimoji="1" lang="en-US" altLang="en-US" sz="1300" b="1">
                <a:solidFill>
                  <a:srgbClr val="FFFFFF"/>
                </a:solidFill>
                <a:latin typeface="微软雅黑" panose="020B0604020202020204"/>
                <a:ea typeface="微软雅黑" panose="020B0503020204020204" charset="-122"/>
                <a:cs typeface="微软雅黑"/>
              </a:rPr>
              <a:t>Read the Customer</a:t>
            </a:r>
            <a:endParaRPr kumimoji="1" lang="en-US" altLang="en-US" sz="1800" b="1">
              <a:solidFill>
                <a:srgbClr val="FFFFFF"/>
              </a:solidFill>
              <a:latin typeface="Arial" panose="020B0604020202020204"/>
              <a:ea typeface="微软雅黑" panose="020B0503020204020204" charset="-122"/>
            </a:endParaRP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kumimoji="1" lang="zh-CN" altLang="en-US" sz="1050" b="0">
                <a:solidFill>
                  <a:srgbClr val="D6E0F0"/>
                </a:solidFill>
                <a:latin typeface="微软雅黑"/>
                <a:ea typeface="微软雅黑"/>
                <a:cs typeface="微软雅黑"/>
              </a:rPr>
              <a:t>判断客户</a:t>
            </a:r>
            <a:endParaRPr kumimoji="1" lang="zh-CN" altLang="en-US" sz="1300">
              <a:solidFill>
                <a:srgbClr val="6E8299"/>
              </a:solidFill>
              <a:latin typeface="+mn-ea"/>
              <a:cs typeface="+mn-ea"/>
            </a:endParaRPr>
          </a:p>
        </p:txBody>
      </p:sp>
      <p:pic>
        <p:nvPicPr>
          <p:cNvPr id="26" name="图片 29" descr="/data/temp/336c6cab-a9fe-11f0-a9b7-3692c9aabca4.jpg@base@tag=imgScale&amp;m=1&amp;w=514&amp;h=514&amp;q=95336c6cab-a9fe-11f0-a9b7-3692c9aabca4"/>
          <p:cNvPicPr>
            <a:picLocks noChangeAspect="1"/>
          </p:cNvPicPr>
          <p:nvPr/>
        </p:nvPicPr>
        <p:blipFill>
          <a:blip r:embed="rId9"/>
          <a:srcRect l="16678" r="16678"/>
          <a:stretch>
            <a:fillRect/>
          </a:stretch>
        </p:blipFill>
        <p:spPr>
          <a:xfrm>
            <a:off x="6569673" y="1964643"/>
            <a:ext cx="1851479" cy="1852114"/>
          </a:xfrm>
          <a:custGeom>
            <a:avLst/>
            <a:gdLst>
              <a:gd name="connsiteX0" fmla="*/ 128742 w 2232000"/>
              <a:gd name="connsiteY0" fmla="*/ 0 h 2232000"/>
              <a:gd name="connsiteX1" fmla="*/ 2103258 w 2232000"/>
              <a:gd name="connsiteY1" fmla="*/ 0 h 2232000"/>
              <a:gd name="connsiteX2" fmla="*/ 2232000 w 2232000"/>
              <a:gd name="connsiteY2" fmla="*/ 128742 h 2232000"/>
              <a:gd name="connsiteX3" fmla="*/ 2232000 w 2232000"/>
              <a:gd name="connsiteY3" fmla="*/ 2103258 h 2232000"/>
              <a:gd name="connsiteX4" fmla="*/ 2103258 w 2232000"/>
              <a:gd name="connsiteY4" fmla="*/ 2232000 h 2232000"/>
              <a:gd name="connsiteX5" fmla="*/ 128742 w 2232000"/>
              <a:gd name="connsiteY5" fmla="*/ 2232000 h 2232000"/>
              <a:gd name="connsiteX6" fmla="*/ 0 w 2232000"/>
              <a:gd name="connsiteY6" fmla="*/ 2103258 h 2232000"/>
              <a:gd name="connsiteX7" fmla="*/ 0 w 2232000"/>
              <a:gd name="connsiteY7" fmla="*/ 128742 h 2232000"/>
              <a:gd name="connsiteX8" fmla="*/ 128742 w 2232000"/>
              <a:gd name="connsiteY8" fmla="*/ 0 h 223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232000" h="2232000">
                <a:moveTo>
                  <a:pt x="128742" y="0"/>
                </a:moveTo>
                <a:lnTo>
                  <a:pt x="2103258" y="0"/>
                </a:lnTo>
                <a:cubicBezTo>
                  <a:pt x="2174360" y="0"/>
                  <a:pt x="2232000" y="57640"/>
                  <a:pt x="2232000" y="128742"/>
                </a:cubicBezTo>
                <a:lnTo>
                  <a:pt x="2232000" y="2103258"/>
                </a:lnTo>
                <a:cubicBezTo>
                  <a:pt x="2232000" y="2174360"/>
                  <a:pt x="2174360" y="2232000"/>
                  <a:pt x="2103258" y="2232000"/>
                </a:cubicBezTo>
                <a:lnTo>
                  <a:pt x="128742" y="2232000"/>
                </a:lnTo>
                <a:cubicBezTo>
                  <a:pt x="57640" y="2232000"/>
                  <a:pt x="0" y="2174360"/>
                  <a:pt x="0" y="2103258"/>
                </a:cubicBezTo>
                <a:lnTo>
                  <a:pt x="0" y="128742"/>
                </a:lnTo>
                <a:cubicBezTo>
                  <a:pt x="0" y="57640"/>
                  <a:pt x="57640" y="0"/>
                  <a:pt x="128742" y="0"/>
                </a:cubicBezTo>
                <a:close/>
              </a:path>
            </a:pathLst>
          </a:custGeom>
          <a:ln>
            <a:solidFill>
              <a:schemeClr val="accent1"/>
            </a:solidFill>
          </a:ln>
        </p:spPr>
      </p:pic>
      <p:sp>
        <p:nvSpPr>
          <p:cNvPr id="27" name="矩形: 圆角 3"/>
          <p:cNvSpPr/>
          <p:nvPr/>
        </p:nvSpPr>
        <p:spPr>
          <a:xfrm>
            <a:off x="9109897" y="2924692"/>
            <a:ext cx="2383286" cy="1773328"/>
          </a:xfrm>
          <a:prstGeom prst="roundRect">
            <a:avLst>
              <a:gd name="adj" fmla="val 5768"/>
            </a:avLst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8" name="矩形 31"/>
          <p:cNvSpPr/>
          <p:nvPr/>
        </p:nvSpPr>
        <p:spPr>
          <a:xfrm>
            <a:off x="9181694" y="4791456"/>
            <a:ext cx="2239692" cy="1188720"/>
          </a:xfrm>
          <a:prstGeom prst="rect">
            <a:avLst/>
          </a:prstGeom>
        </p:spPr>
        <p:txBody>
          <a:bodyPr wrap="square" lIns="0" tIns="0" rIns="0" bIns="0">
            <a:noAutofit/>
          </a:bodyPr>
          <a:lstStyle/>
          <a:p>
            <a:pPr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en-US" sz="950" b="0">
                <a:solidFill>
                  <a:srgbClr val="1F2329"/>
                </a:solidFill>
                <a:latin typeface="微软雅黑" panose="020B0604020202020204"/>
                <a:ea typeface="微软雅黑" panose="020B0503020204020204" charset="-122"/>
                <a:cs typeface="微软雅黑"/>
              </a:rPr>
              <a:t>当场下单，并确认权益与有效期</a:t>
            </a:r>
            <a:endParaRPr lang="en-US" altLang="en-US" sz="1350">
              <a:solidFill>
                <a:schemeClr val="tx1">
                  <a:lumMod val="85000"/>
                  <a:lumOff val="15000"/>
                </a:schemeClr>
              </a:solidFill>
              <a:latin typeface="Arial" panose="020B0604020202020204"/>
              <a:ea typeface="微软雅黑" panose="020B0503020204020204" charset="-122"/>
            </a:endParaRPr>
          </a:p>
          <a:p>
            <a:pPr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780" b="0">
                <a:solidFill>
                  <a:srgbClr val="6E8299"/>
                </a:solidFill>
                <a:latin typeface="微软雅黑"/>
                <a:ea typeface="微软雅黑"/>
                <a:cs typeface="微软雅黑"/>
              </a:rPr>
              <a:t>Close the sale, then confirm benefits and validity</a:t>
            </a:r>
            <a:endParaRPr lang="zh-CN" altLang="en-US" sz="950">
              <a:solidFill>
                <a:srgbClr val="6E8299"/>
              </a:solidFill>
              <a:latin typeface="+mn-ea"/>
              <a:cs typeface="+mn-ea"/>
            </a:endParaRPr>
          </a:p>
        </p:txBody>
      </p:sp>
      <p:sp>
        <p:nvSpPr>
          <p:cNvPr id="29" name="矩形 32"/>
          <p:cNvSpPr/>
          <p:nvPr/>
        </p:nvSpPr>
        <p:spPr>
          <a:xfrm>
            <a:off x="9181694" y="3875211"/>
            <a:ext cx="2239693" cy="822463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kumimoji="1" lang="en-US" altLang="en-US" sz="1300" b="1">
                <a:solidFill>
                  <a:srgbClr val="FFFFFF"/>
                </a:solidFill>
                <a:latin typeface="微软雅黑" panose="020B0604020202020204"/>
                <a:ea typeface="微软雅黑" panose="020B0503020204020204" charset="-122"/>
                <a:cs typeface="微软雅黑"/>
              </a:rPr>
              <a:t>Confirm Benefits</a:t>
            </a:r>
            <a:endParaRPr kumimoji="1" lang="en-US" altLang="en-US" sz="1800" b="1">
              <a:solidFill>
                <a:srgbClr val="FFFFFF"/>
              </a:solidFill>
              <a:latin typeface="Arial" panose="020B0604020202020204"/>
              <a:ea typeface="微软雅黑" panose="020B0503020204020204" charset="-122"/>
            </a:endParaRP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kumimoji="1" lang="zh-CN" altLang="en-US" sz="1050" b="0">
                <a:solidFill>
                  <a:srgbClr val="D6E0F0"/>
                </a:solidFill>
                <a:latin typeface="微软雅黑"/>
                <a:ea typeface="微软雅黑"/>
                <a:cs typeface="微软雅黑"/>
              </a:rPr>
              <a:t>确认权益</a:t>
            </a:r>
            <a:endParaRPr kumimoji="1" lang="zh-CN" altLang="en-US" sz="1300">
              <a:solidFill>
                <a:srgbClr val="6E8299"/>
              </a:solidFill>
              <a:latin typeface="+mn-ea"/>
              <a:cs typeface="+mn-ea"/>
            </a:endParaRPr>
          </a:p>
        </p:txBody>
      </p:sp>
      <p:pic>
        <p:nvPicPr>
          <p:cNvPr id="30" name="图片 33" descr="/data/temp/336c6bee-a9fe-11f0-a9b7-3692c9aabca4.jpg@base@tag=imgScale&amp;m=1&amp;w=514&amp;h=514&amp;q=95336c6bee-a9fe-11f0-a9b7-3692c9aabca4"/>
          <p:cNvPicPr>
            <a:picLocks noChangeAspect="1"/>
          </p:cNvPicPr>
          <p:nvPr/>
        </p:nvPicPr>
        <p:blipFill>
          <a:blip r:embed="rId10"/>
          <a:srcRect l="17" r="17"/>
          <a:stretch>
            <a:fillRect/>
          </a:stretch>
        </p:blipFill>
        <p:spPr>
          <a:xfrm>
            <a:off x="9375483" y="1964643"/>
            <a:ext cx="1851479" cy="1852114"/>
          </a:xfrm>
          <a:custGeom>
            <a:avLst/>
            <a:gdLst>
              <a:gd name="connsiteX0" fmla="*/ 128742 w 2232000"/>
              <a:gd name="connsiteY0" fmla="*/ 0 h 2232000"/>
              <a:gd name="connsiteX1" fmla="*/ 2103258 w 2232000"/>
              <a:gd name="connsiteY1" fmla="*/ 0 h 2232000"/>
              <a:gd name="connsiteX2" fmla="*/ 2232000 w 2232000"/>
              <a:gd name="connsiteY2" fmla="*/ 128742 h 2232000"/>
              <a:gd name="connsiteX3" fmla="*/ 2232000 w 2232000"/>
              <a:gd name="connsiteY3" fmla="*/ 2103258 h 2232000"/>
              <a:gd name="connsiteX4" fmla="*/ 2103258 w 2232000"/>
              <a:gd name="connsiteY4" fmla="*/ 2232000 h 2232000"/>
              <a:gd name="connsiteX5" fmla="*/ 128742 w 2232000"/>
              <a:gd name="connsiteY5" fmla="*/ 2232000 h 2232000"/>
              <a:gd name="connsiteX6" fmla="*/ 0 w 2232000"/>
              <a:gd name="connsiteY6" fmla="*/ 2103258 h 2232000"/>
              <a:gd name="connsiteX7" fmla="*/ 0 w 2232000"/>
              <a:gd name="connsiteY7" fmla="*/ 128742 h 2232000"/>
              <a:gd name="connsiteX8" fmla="*/ 128742 w 2232000"/>
              <a:gd name="connsiteY8" fmla="*/ 0 h 223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232000" h="2232000">
                <a:moveTo>
                  <a:pt x="128742" y="0"/>
                </a:moveTo>
                <a:lnTo>
                  <a:pt x="2103258" y="0"/>
                </a:lnTo>
                <a:cubicBezTo>
                  <a:pt x="2174360" y="0"/>
                  <a:pt x="2232000" y="57640"/>
                  <a:pt x="2232000" y="128742"/>
                </a:cubicBezTo>
                <a:lnTo>
                  <a:pt x="2232000" y="2103258"/>
                </a:lnTo>
                <a:cubicBezTo>
                  <a:pt x="2232000" y="2174360"/>
                  <a:pt x="2174360" y="2232000"/>
                  <a:pt x="2103258" y="2232000"/>
                </a:cubicBezTo>
                <a:lnTo>
                  <a:pt x="128742" y="2232000"/>
                </a:lnTo>
                <a:cubicBezTo>
                  <a:pt x="57640" y="2232000"/>
                  <a:pt x="0" y="2174360"/>
                  <a:pt x="0" y="2103258"/>
                </a:cubicBezTo>
                <a:lnTo>
                  <a:pt x="0" y="128742"/>
                </a:lnTo>
                <a:cubicBezTo>
                  <a:pt x="0" y="57640"/>
                  <a:pt x="57640" y="0"/>
                  <a:pt x="128742" y="0"/>
                </a:cubicBezTo>
                <a:close/>
              </a:path>
            </a:pathLst>
          </a:custGeom>
          <a:ln>
            <a:solidFill>
              <a:schemeClr val="accent1"/>
            </a:solidFill>
          </a:ln>
        </p:spPr>
      </p:pic>
      <p:sp>
        <p:nvSpPr>
          <p:cNvPr id="31" name="AutoShape 2"/>
          <p:cNvSpPr/>
          <p:nvPr/>
        </p:nvSpPr>
        <p:spPr>
          <a:xfrm>
            <a:off x="0" y="0"/>
            <a:ext cx="8812221" cy="566928"/>
          </a:xfrm>
          <a:prstGeom prst="roundRect">
            <a:avLst>
              <a:gd name="adj" fmla="val 0"/>
            </a:avLst>
          </a:prstGeom>
          <a:solidFill>
            <a:srgbClr val="ED1C29">
              <a:alpha val="100000"/>
            </a:srgbClr>
          </a:solidFill>
          <a:ln w="25400">
            <a:noFill/>
            <a:prstDash val="solid"/>
          </a:ln>
        </p:spPr>
        <p:txBody>
          <a:bodyPr lIns="63500" tIns="63500" rIns="63500" bIns="635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/>
            </a:pPr>
            <a:endParaRPr sz="1055" kern="0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32" name="AutoShape 3"/>
          <p:cNvSpPr/>
          <p:nvPr/>
        </p:nvSpPr>
        <p:spPr>
          <a:xfrm>
            <a:off x="8249792" y="0"/>
            <a:ext cx="2762864" cy="566928"/>
          </a:xfrm>
          <a:prstGeom prst="parallelogram">
            <a:avLst/>
          </a:prstGeom>
          <a:solidFill>
            <a:srgbClr val="005AA9">
              <a:alpha val="100000"/>
            </a:srgbClr>
          </a:solidFill>
          <a:ln w="25400">
            <a:noFill/>
            <a:prstDash val="solid"/>
          </a:ln>
        </p:spPr>
        <p:txBody>
          <a:bodyPr lIns="63500" tIns="63500" rIns="63500" bIns="635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/>
            </a:pPr>
            <a:endParaRPr sz="1055" kern="0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33" name="AutoShape 4"/>
          <p:cNvSpPr/>
          <p:nvPr/>
        </p:nvSpPr>
        <p:spPr>
          <a:xfrm>
            <a:off x="8588375" y="0"/>
            <a:ext cx="3603625" cy="566928"/>
          </a:xfrm>
          <a:prstGeom prst="roundRect">
            <a:avLst>
              <a:gd name="adj" fmla="val 0"/>
            </a:avLst>
          </a:prstGeom>
          <a:solidFill>
            <a:srgbClr val="005AA9">
              <a:alpha val="100000"/>
            </a:srgbClr>
          </a:solidFill>
          <a:ln w="25400">
            <a:noFill/>
            <a:prstDash val="solid"/>
          </a:ln>
        </p:spPr>
        <p:txBody>
          <a:bodyPr lIns="63500" tIns="63500" rIns="63500" bIns="635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/>
            </a:pPr>
            <a:endParaRPr sz="1055" kern="0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pic>
        <p:nvPicPr>
          <p:cNvPr id="34" name="Picture 5"/>
          <p:cNvPicPr>
            <a:picLocks noChangeAspect="1"/>
          </p:cNvPicPr>
          <p:nvPr/>
        </p:nvPicPr>
        <p:blipFill>
          <a:blip r:embed="rId6"/>
          <a:srcRect t="36978" b="45732"/>
          <a:stretch>
            <a:fillRect/>
          </a:stretch>
        </p:blipFill>
        <p:spPr>
          <a:xfrm>
            <a:off x="9364524" y="139920"/>
            <a:ext cx="1549829" cy="267948"/>
          </a:xfrm>
          <a:prstGeom prst="roundRect">
            <a:avLst>
              <a:gd name="adj" fmla="val 0"/>
            </a:avLst>
          </a:prstGeom>
          <a:ln>
            <a:noFill/>
            <a:prstDash val="solid"/>
          </a:ln>
        </p:spPr>
      </p:pic>
      <p:sp>
        <p:nvSpPr>
          <p:cNvPr id="35" name="AutoShape 1"/>
          <p:cNvSpPr/>
          <p:nvPr/>
        </p:nvSpPr>
        <p:spPr>
          <a:xfrm>
            <a:off x="0" y="6473952"/>
            <a:ext cx="8812221" cy="384048"/>
          </a:xfrm>
          <a:prstGeom prst="roundRect">
            <a:avLst>
              <a:gd name="adj" fmla="val 0"/>
            </a:avLst>
          </a:prstGeom>
          <a:solidFill>
            <a:srgbClr val="ED1C29">
              <a:alpha val="100000"/>
            </a:srgbClr>
          </a:solidFill>
          <a:ln w="25400">
            <a:noFill/>
            <a:prstDash val="solid"/>
          </a:ln>
        </p:spPr>
        <p:txBody>
          <a:bodyPr lIns="63500" tIns="63500" rIns="63500" bIns="635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/>
            </a:pPr>
            <a:endParaRPr sz="1010" kern="0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36" name="AutoShape 2"/>
          <p:cNvSpPr/>
          <p:nvPr/>
        </p:nvSpPr>
        <p:spPr>
          <a:xfrm>
            <a:off x="665034" y="6569556"/>
            <a:ext cx="4749800" cy="192841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0" tIns="6350" rIns="0" bIns="0" rtlCol="0" anchor="t">
            <a:spAutoFit/>
          </a:bodyPr>
          <a:lstStyle/>
          <a:p>
            <a:pPr marL="1270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230" b="0" i="0" u="none" strike="noStrike" kern="0">
                <a:solidFill>
                  <a:srgbClr val="FFFFFF"/>
                </a:solidFill>
                <a:latin typeface="Arial" panose="020B0604020202020204"/>
                <a:ea typeface="微软雅黑" panose="020B0503020204020204" charset="-122"/>
                <a:cs typeface="Inter 18pt SemiBold"/>
                <a:sym typeface="Inter 18pt SemiBold"/>
              </a:rPr>
              <a:t>Your Neighbourhood Auto Care Expert</a:t>
            </a:r>
            <a:endParaRPr lang="en-US" sz="1230" b="0" i="0" u="none" strike="noStrike" kern="0">
              <a:solidFill>
                <a:srgbClr val="FFFFFF"/>
              </a:solidFill>
              <a:latin typeface="Arial" panose="020B0604020202020204"/>
              <a:ea typeface="微软雅黑" panose="020B0503020204020204" charset="-122"/>
              <a:cs typeface="Inter 18pt SemiBold"/>
              <a:sym typeface="Inter 18pt SemiBold"/>
            </a:endParaRPr>
          </a:p>
        </p:txBody>
      </p:sp>
      <p:sp>
        <p:nvSpPr>
          <p:cNvPr id="37" name="AutoShape 3"/>
          <p:cNvSpPr/>
          <p:nvPr/>
        </p:nvSpPr>
        <p:spPr>
          <a:xfrm>
            <a:off x="8249792" y="6473952"/>
            <a:ext cx="2762864" cy="384048"/>
          </a:xfrm>
          <a:prstGeom prst="parallelogram">
            <a:avLst/>
          </a:prstGeom>
          <a:solidFill>
            <a:srgbClr val="005AA9">
              <a:alpha val="100000"/>
            </a:srgbClr>
          </a:solidFill>
          <a:ln w="25400">
            <a:noFill/>
            <a:prstDash val="solid"/>
          </a:ln>
        </p:spPr>
        <p:txBody>
          <a:bodyPr lIns="63500" tIns="63500" rIns="63500" bIns="635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/>
            </a:pPr>
            <a:endParaRPr sz="1010" kern="0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38" name="AutoShape 4"/>
          <p:cNvSpPr/>
          <p:nvPr/>
        </p:nvSpPr>
        <p:spPr>
          <a:xfrm>
            <a:off x="8588375" y="6473952"/>
            <a:ext cx="3603625" cy="384048"/>
          </a:xfrm>
          <a:prstGeom prst="roundRect">
            <a:avLst>
              <a:gd name="adj" fmla="val 0"/>
            </a:avLst>
          </a:prstGeom>
          <a:solidFill>
            <a:srgbClr val="005AA9">
              <a:alpha val="100000"/>
            </a:srgbClr>
          </a:solidFill>
          <a:ln w="25400">
            <a:noFill/>
            <a:prstDash val="solid"/>
          </a:ln>
        </p:spPr>
        <p:txBody>
          <a:bodyPr lIns="63500" tIns="63500" rIns="63500" bIns="635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/>
            </a:pPr>
            <a:endParaRPr sz="1010" kern="0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39" name="AutoShape 6"/>
          <p:cNvSpPr/>
          <p:nvPr/>
        </p:nvSpPr>
        <p:spPr>
          <a:xfrm>
            <a:off x="8936037" y="6569556"/>
            <a:ext cx="2908300" cy="192841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0" tIns="6350" rIns="0" bIns="0" rtlCol="0" anchor="t">
            <a:spAutoFit/>
          </a:bodyPr>
          <a:lstStyle/>
          <a:p>
            <a:pPr marL="1270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230" b="0" i="0" u="none" strike="noStrike" kern="0">
                <a:solidFill>
                  <a:srgbClr val="FFFFFF"/>
                </a:solidFill>
                <a:latin typeface="Arial" panose="020B0604020202020204"/>
                <a:ea typeface="微软雅黑" panose="020B0503020204020204" charset="-122"/>
                <a:cs typeface="Inter 18pt SemiBold"/>
                <a:sym typeface="Inter 18pt SemiBold"/>
                <a:hlinkClick r:id="rId6" tooltip="https://www.servauto.com.my/"/>
              </a:rPr>
              <a:t>www.servauto.com.my</a:t>
            </a:r>
            <a:endParaRPr lang="en-US" sz="1230" b="0" i="0" u="none" strike="noStrike" kern="0">
              <a:solidFill>
                <a:srgbClr val="FFFFFF"/>
              </a:solidFill>
              <a:latin typeface="Arial" panose="020B0604020202020204"/>
              <a:ea typeface="微软雅黑" panose="020B0503020204020204" charset="-122"/>
              <a:cs typeface="Inter 18pt SemiBold"/>
              <a:sym typeface="Inter 18pt SemiBold"/>
              <a:hlinkClick r:id="rId6" tooltip="https://www.servauto.com.my/"/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667512" y="82296"/>
            <a:ext cx="841248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ServAuto 服务顾问培训 | Service Advisor Training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12648" y="585216"/>
            <a:ext cx="1097280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500" b="1">
                <a:solidFill>
                  <a:srgbClr val="0B1D35"/>
                </a:solidFill>
                <a:latin typeface="微软雅黑"/>
                <a:ea typeface="微软雅黑"/>
                <a:cs typeface="微软雅黑"/>
              </a:rPr>
              <a:t>Selling Packages with Confidence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12648" y="1060704"/>
            <a:ext cx="10972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6E8299"/>
                </a:solidFill>
                <a:latin typeface="微软雅黑"/>
                <a:ea typeface="微软雅黑"/>
                <a:cs typeface="微软雅黑"/>
              </a:rPr>
              <a:t>套餐销售：敢开口、会算账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12648" y="1682496"/>
            <a:ext cx="10972800" cy="29260"/>
          </a:xfrm>
          <a:prstGeom prst="rect">
            <a:avLst/>
          </a:prstGeom>
          <a:solidFill>
            <a:srgbClr val="ED1C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9" name="AutoShape 2"/>
          <p:cNvSpPr/>
          <p:nvPr/>
        </p:nvSpPr>
        <p:spPr>
          <a:xfrm>
            <a:off x="0" y="0"/>
            <a:ext cx="8812221" cy="566928"/>
          </a:xfrm>
          <a:prstGeom prst="roundRect">
            <a:avLst>
              <a:gd name="adj" fmla="val 0"/>
            </a:avLst>
          </a:prstGeom>
          <a:solidFill>
            <a:srgbClr val="ED1C29">
              <a:alpha val="100000"/>
            </a:srgbClr>
          </a:solidFill>
          <a:ln w="25400">
            <a:noFill/>
            <a:prstDash val="solid"/>
          </a:ln>
        </p:spPr>
        <p:txBody>
          <a:bodyPr lIns="63500" tIns="63500" rIns="63500" bIns="635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/>
            </a:pPr>
            <a:endParaRPr sz="1055" kern="0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80" name="AutoShape 3"/>
          <p:cNvSpPr/>
          <p:nvPr/>
        </p:nvSpPr>
        <p:spPr>
          <a:xfrm>
            <a:off x="8249792" y="0"/>
            <a:ext cx="2762864" cy="566928"/>
          </a:xfrm>
          <a:prstGeom prst="parallelogram">
            <a:avLst/>
          </a:prstGeom>
          <a:solidFill>
            <a:srgbClr val="005AA9">
              <a:alpha val="100000"/>
            </a:srgbClr>
          </a:solidFill>
          <a:ln w="25400">
            <a:noFill/>
            <a:prstDash val="solid"/>
          </a:ln>
        </p:spPr>
        <p:txBody>
          <a:bodyPr lIns="63500" tIns="63500" rIns="63500" bIns="635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/>
            </a:pPr>
            <a:endParaRPr sz="1055" kern="0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81" name="AutoShape 4"/>
          <p:cNvSpPr/>
          <p:nvPr/>
        </p:nvSpPr>
        <p:spPr>
          <a:xfrm>
            <a:off x="8588375" y="0"/>
            <a:ext cx="3603625" cy="566928"/>
          </a:xfrm>
          <a:prstGeom prst="roundRect">
            <a:avLst>
              <a:gd name="adj" fmla="val 0"/>
            </a:avLst>
          </a:prstGeom>
          <a:solidFill>
            <a:srgbClr val="005AA9">
              <a:alpha val="100000"/>
            </a:srgbClr>
          </a:solidFill>
          <a:ln w="25400">
            <a:noFill/>
            <a:prstDash val="solid"/>
          </a:ln>
        </p:spPr>
        <p:txBody>
          <a:bodyPr lIns="63500" tIns="63500" rIns="63500" bIns="635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/>
            </a:pPr>
            <a:endParaRPr sz="1055" kern="0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pic>
        <p:nvPicPr>
          <p:cNvPr id="82" name="Picture 5"/>
          <p:cNvPicPr>
            <a:picLocks noChangeAspect="1"/>
          </p:cNvPicPr>
          <p:nvPr/>
        </p:nvPicPr>
        <p:blipFill>
          <a:blip r:embed="rId3"/>
          <a:srcRect t="36978" b="45732"/>
          <a:stretch>
            <a:fillRect/>
          </a:stretch>
        </p:blipFill>
        <p:spPr>
          <a:xfrm>
            <a:off x="9364524" y="139920"/>
            <a:ext cx="1549829" cy="267948"/>
          </a:xfrm>
          <a:prstGeom prst="roundRect">
            <a:avLst>
              <a:gd name="adj" fmla="val 0"/>
            </a:avLst>
          </a:prstGeom>
          <a:ln>
            <a:noFill/>
            <a:prstDash val="solid"/>
          </a:ln>
        </p:spPr>
      </p:pic>
      <p:sp>
        <p:nvSpPr>
          <p:cNvPr id="83" name="AutoShape 1"/>
          <p:cNvSpPr/>
          <p:nvPr/>
        </p:nvSpPr>
        <p:spPr>
          <a:xfrm>
            <a:off x="0" y="6473952"/>
            <a:ext cx="8812221" cy="384048"/>
          </a:xfrm>
          <a:prstGeom prst="roundRect">
            <a:avLst>
              <a:gd name="adj" fmla="val 0"/>
            </a:avLst>
          </a:prstGeom>
          <a:solidFill>
            <a:srgbClr val="ED1C29">
              <a:alpha val="100000"/>
            </a:srgbClr>
          </a:solidFill>
          <a:ln w="25400">
            <a:noFill/>
            <a:prstDash val="solid"/>
          </a:ln>
        </p:spPr>
        <p:txBody>
          <a:bodyPr lIns="63500" tIns="63500" rIns="63500" bIns="635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/>
            </a:pPr>
            <a:endParaRPr sz="1010" kern="0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84" name="AutoShape 2"/>
          <p:cNvSpPr/>
          <p:nvPr/>
        </p:nvSpPr>
        <p:spPr>
          <a:xfrm>
            <a:off x="665034" y="6569556"/>
            <a:ext cx="4749800" cy="192841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0" tIns="6350" rIns="0" bIns="0" rtlCol="0" anchor="t">
            <a:spAutoFit/>
          </a:bodyPr>
          <a:lstStyle/>
          <a:p>
            <a:pPr marL="1270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230" b="0" i="0" u="none" strike="noStrike" kern="0">
                <a:solidFill>
                  <a:srgbClr val="FFFFFF"/>
                </a:solidFill>
                <a:latin typeface="Arial" panose="020B0604020202020204"/>
                <a:ea typeface="微软雅黑" panose="020B0503020204020204" charset="-122"/>
                <a:cs typeface="Inter 18pt SemiBold"/>
                <a:sym typeface="Inter 18pt SemiBold"/>
              </a:rPr>
              <a:t>Your Neighbourhood Auto Care Expert</a:t>
            </a:r>
            <a:endParaRPr lang="en-US" sz="1230" b="0" i="0" u="none" strike="noStrike" kern="0">
              <a:solidFill>
                <a:srgbClr val="FFFFFF"/>
              </a:solidFill>
              <a:latin typeface="Arial" panose="020B0604020202020204"/>
              <a:ea typeface="微软雅黑" panose="020B0503020204020204" charset="-122"/>
              <a:cs typeface="Inter 18pt SemiBold"/>
              <a:sym typeface="Inter 18pt SemiBold"/>
            </a:endParaRPr>
          </a:p>
        </p:txBody>
      </p:sp>
      <p:sp>
        <p:nvSpPr>
          <p:cNvPr id="85" name="AutoShape 3"/>
          <p:cNvSpPr/>
          <p:nvPr/>
        </p:nvSpPr>
        <p:spPr>
          <a:xfrm>
            <a:off x="8249792" y="6473952"/>
            <a:ext cx="2762864" cy="384048"/>
          </a:xfrm>
          <a:prstGeom prst="parallelogram">
            <a:avLst/>
          </a:prstGeom>
          <a:solidFill>
            <a:srgbClr val="005AA9">
              <a:alpha val="100000"/>
            </a:srgbClr>
          </a:solidFill>
          <a:ln w="25400">
            <a:noFill/>
            <a:prstDash val="solid"/>
          </a:ln>
        </p:spPr>
        <p:txBody>
          <a:bodyPr lIns="63500" tIns="63500" rIns="63500" bIns="635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/>
            </a:pPr>
            <a:endParaRPr sz="1010" kern="0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86" name="AutoShape 4"/>
          <p:cNvSpPr/>
          <p:nvPr/>
        </p:nvSpPr>
        <p:spPr>
          <a:xfrm>
            <a:off x="8588375" y="6473952"/>
            <a:ext cx="3603625" cy="384048"/>
          </a:xfrm>
          <a:prstGeom prst="roundRect">
            <a:avLst>
              <a:gd name="adj" fmla="val 0"/>
            </a:avLst>
          </a:prstGeom>
          <a:solidFill>
            <a:srgbClr val="005AA9">
              <a:alpha val="100000"/>
            </a:srgbClr>
          </a:solidFill>
          <a:ln w="25400">
            <a:noFill/>
            <a:prstDash val="solid"/>
          </a:ln>
        </p:spPr>
        <p:txBody>
          <a:bodyPr lIns="63500" tIns="63500" rIns="63500" bIns="635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/>
            </a:pPr>
            <a:endParaRPr sz="1010" kern="0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87" name="AutoShape 6"/>
          <p:cNvSpPr/>
          <p:nvPr/>
        </p:nvSpPr>
        <p:spPr>
          <a:xfrm>
            <a:off x="8936037" y="6569556"/>
            <a:ext cx="2908300" cy="192841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0" tIns="6350" rIns="0" bIns="0" rtlCol="0" anchor="t">
            <a:spAutoFit/>
          </a:bodyPr>
          <a:lstStyle/>
          <a:p>
            <a:pPr marL="1270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230" b="0" i="0" u="none" strike="noStrike" kern="0">
                <a:solidFill>
                  <a:srgbClr val="FFFFFF"/>
                </a:solidFill>
                <a:latin typeface="Arial" panose="020B0604020202020204"/>
                <a:ea typeface="微软雅黑" panose="020B0503020204020204" charset="-122"/>
                <a:cs typeface="Inter 18pt SemiBold"/>
                <a:sym typeface="Inter 18pt SemiBold"/>
                <a:hlinkClick r:id="rId3" tooltip="https://www.servauto.com.my/"/>
              </a:rPr>
              <a:t>www.servauto.com.my</a:t>
            </a:r>
            <a:endParaRPr lang="en-US" sz="1230" b="0" i="0" u="none" strike="noStrike" kern="0">
              <a:solidFill>
                <a:srgbClr val="FFFFFF"/>
              </a:solidFill>
              <a:latin typeface="Arial" panose="020B0604020202020204"/>
              <a:ea typeface="微软雅黑" panose="020B0503020204020204" charset="-122"/>
              <a:cs typeface="Inter 18pt SemiBold"/>
              <a:sym typeface="Inter 18pt SemiBold"/>
              <a:hlinkClick r:id="rId3" tooltip="https://www.servauto.com.my/"/>
            </a:endParaRPr>
          </a:p>
        </p:txBody>
      </p:sp>
      <p:sp>
        <p:nvSpPr>
          <p:cNvPr id="88" name="TextBox 87"/>
          <p:cNvSpPr txBox="1"/>
          <p:nvPr/>
        </p:nvSpPr>
        <p:spPr>
          <a:xfrm>
            <a:off x="667512" y="82296"/>
            <a:ext cx="841248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ServAuto 服务顾问培训 | Service Advisor Training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12648" y="585216"/>
            <a:ext cx="1097280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500" b="1">
                <a:solidFill>
                  <a:srgbClr val="0B1D35"/>
                </a:solidFill>
                <a:latin typeface="微软雅黑"/>
                <a:ea typeface="微软雅黑"/>
                <a:cs typeface="微软雅黑"/>
              </a:rPr>
              <a:t>Handling Common Objections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612648" y="1060704"/>
            <a:ext cx="10972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6E8299"/>
                </a:solidFill>
                <a:latin typeface="微软雅黑"/>
                <a:ea typeface="微软雅黑"/>
                <a:cs typeface="微软雅黑"/>
              </a:rPr>
              <a:t>常见异议的应对</a:t>
            </a:r>
          </a:p>
        </p:txBody>
      </p:sp>
      <p:sp>
        <p:nvSpPr>
          <p:cNvPr id="91" name="Rectangle 90"/>
          <p:cNvSpPr/>
          <p:nvPr/>
        </p:nvSpPr>
        <p:spPr>
          <a:xfrm>
            <a:off x="612648" y="1682496"/>
            <a:ext cx="10972800" cy="29260"/>
          </a:xfrm>
          <a:prstGeom prst="rect">
            <a:avLst/>
          </a:prstGeom>
          <a:solidFill>
            <a:srgbClr val="ED1C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ounded Rectangle 91"/>
          <p:cNvSpPr/>
          <p:nvPr/>
        </p:nvSpPr>
        <p:spPr>
          <a:xfrm>
            <a:off x="640080" y="1792224"/>
            <a:ext cx="5394960" cy="438912"/>
          </a:xfrm>
          <a:prstGeom prst="roundRect">
            <a:avLst>
              <a:gd name="adj" fmla="val 16000"/>
            </a:avLst>
          </a:prstGeom>
          <a:solidFill>
            <a:srgbClr val="005A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786384" y="1819656"/>
            <a:ext cx="510235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异议与应对  |  Objections &amp; Answers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640080" y="2340864"/>
            <a:ext cx="5394960" cy="896112"/>
          </a:xfrm>
          <a:prstGeom prst="roundRect">
            <a:avLst>
              <a:gd name="adj" fmla="val 10000"/>
            </a:avLst>
          </a:prstGeom>
          <a:solidFill>
            <a:srgbClr val="EB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640080" y="2340864"/>
            <a:ext cx="45720" cy="896112"/>
          </a:xfrm>
          <a:prstGeom prst="rect">
            <a:avLst/>
          </a:prstGeom>
          <a:solidFill>
            <a:srgbClr val="ED1C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795528" y="2377440"/>
            <a:ext cx="36576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ED1C29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207007" y="2377440"/>
            <a:ext cx="468172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1">
                <a:solidFill>
                  <a:srgbClr val="0B1D35"/>
                </a:solidFill>
                <a:latin typeface="微软雅黑"/>
                <a:ea typeface="微软雅黑"/>
                <a:cs typeface="微软雅黑"/>
              </a:rPr>
              <a:t>太贵了  /  Too Expensive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207007" y="2660903"/>
            <a:ext cx="4663440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1F2329"/>
                </a:solidFill>
                <a:latin typeface="微软雅黑"/>
                <a:ea typeface="微软雅黑"/>
                <a:cs typeface="微软雅黑"/>
              </a:rPr>
              <a:t>拆到每次到店多少钱</a:t>
            </a:r>
          </a:p>
          <a:p>
            <a:pPr algn="l">
              <a:lnSpc>
                <a:spcPct val="106000"/>
              </a:lnSpc>
              <a:spcBef>
                <a:spcPts val="100"/>
              </a:spcBef>
            </a:pPr>
            <a:r>
              <a:rPr sz="780" b="0">
                <a:solidFill>
                  <a:srgbClr val="6E8299"/>
                </a:solidFill>
                <a:latin typeface="微软雅黑"/>
                <a:ea typeface="微软雅黑"/>
                <a:cs typeface="微软雅黑"/>
              </a:rPr>
              <a:t>Break it down per visit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640080" y="3310128"/>
            <a:ext cx="5394960" cy="896112"/>
          </a:xfrm>
          <a:prstGeom prst="roundRect">
            <a:avLst>
              <a:gd name="adj" fmla="val 10000"/>
            </a:avLst>
          </a:prstGeom>
          <a:solidFill>
            <a:srgbClr val="EB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640080" y="3310128"/>
            <a:ext cx="45720" cy="896112"/>
          </a:xfrm>
          <a:prstGeom prst="rect">
            <a:avLst/>
          </a:prstGeom>
          <a:solidFill>
            <a:srgbClr val="ED1C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795528" y="3346704"/>
            <a:ext cx="36576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ED1C29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207007" y="3346704"/>
            <a:ext cx="468172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1">
                <a:solidFill>
                  <a:srgbClr val="0B1D35"/>
                </a:solidFill>
                <a:latin typeface="微软雅黑"/>
                <a:ea typeface="微软雅黑"/>
                <a:cs typeface="微软雅黑"/>
              </a:rPr>
              <a:t>我不需要  /  I Do Not Need It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207007" y="3630168"/>
            <a:ext cx="4663440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1F2329"/>
                </a:solidFill>
                <a:latin typeface="微软雅黑"/>
                <a:ea typeface="微软雅黑"/>
                <a:cs typeface="微软雅黑"/>
              </a:rPr>
              <a:t>问年行驶里程</a:t>
            </a:r>
          </a:p>
          <a:p>
            <a:pPr algn="l">
              <a:lnSpc>
                <a:spcPct val="106000"/>
              </a:lnSpc>
              <a:spcBef>
                <a:spcPts val="100"/>
              </a:spcBef>
            </a:pPr>
            <a:r>
              <a:rPr sz="780" b="0">
                <a:solidFill>
                  <a:srgbClr val="6E8299"/>
                </a:solidFill>
                <a:latin typeface="微软雅黑"/>
                <a:ea typeface="微软雅黑"/>
                <a:cs typeface="微软雅黑"/>
              </a:rPr>
              <a:t>Ask about annual mileage</a:t>
            </a:r>
          </a:p>
        </p:txBody>
      </p:sp>
      <p:sp>
        <p:nvSpPr>
          <p:cNvPr id="104" name="Rounded Rectangle 103"/>
          <p:cNvSpPr/>
          <p:nvPr/>
        </p:nvSpPr>
        <p:spPr>
          <a:xfrm>
            <a:off x="640080" y="4279392"/>
            <a:ext cx="5394960" cy="896112"/>
          </a:xfrm>
          <a:prstGeom prst="roundRect">
            <a:avLst>
              <a:gd name="adj" fmla="val 10000"/>
            </a:avLst>
          </a:prstGeom>
          <a:solidFill>
            <a:srgbClr val="EB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640080" y="4279392"/>
            <a:ext cx="45720" cy="896112"/>
          </a:xfrm>
          <a:prstGeom prst="rect">
            <a:avLst/>
          </a:prstGeom>
          <a:solidFill>
            <a:srgbClr val="ED1C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795528" y="4315968"/>
            <a:ext cx="36576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ED1C29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1207007" y="4315968"/>
            <a:ext cx="468172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1">
                <a:solidFill>
                  <a:srgbClr val="0B1D35"/>
                </a:solidFill>
                <a:latin typeface="微软雅黑"/>
                <a:ea typeface="微软雅黑"/>
                <a:cs typeface="微软雅黑"/>
              </a:rPr>
              <a:t>下次再说  /  Maybe Next Time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207007" y="4599431"/>
            <a:ext cx="4663440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1F2329"/>
                </a:solidFill>
                <a:latin typeface="微软雅黑"/>
                <a:ea typeface="微软雅黑"/>
                <a:cs typeface="微软雅黑"/>
              </a:rPr>
              <a:t>提示权益到期时间</a:t>
            </a:r>
          </a:p>
          <a:p>
            <a:pPr algn="l">
              <a:lnSpc>
                <a:spcPct val="106000"/>
              </a:lnSpc>
              <a:spcBef>
                <a:spcPts val="100"/>
              </a:spcBef>
            </a:pPr>
            <a:r>
              <a:rPr sz="780" b="0">
                <a:solidFill>
                  <a:srgbClr val="6E8299"/>
                </a:solidFill>
                <a:latin typeface="微软雅黑"/>
                <a:ea typeface="微软雅黑"/>
                <a:cs typeface="微软雅黑"/>
              </a:rPr>
              <a:t>Remind them of the expiry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640080" y="5248656"/>
            <a:ext cx="5394960" cy="896112"/>
          </a:xfrm>
          <a:prstGeom prst="roundRect">
            <a:avLst>
              <a:gd name="adj" fmla="val 10000"/>
            </a:avLst>
          </a:prstGeom>
          <a:solidFill>
            <a:srgbClr val="EB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640080" y="5248656"/>
            <a:ext cx="45720" cy="896112"/>
          </a:xfrm>
          <a:prstGeom prst="rect">
            <a:avLst/>
          </a:prstGeom>
          <a:solidFill>
            <a:srgbClr val="ED1C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795528" y="5285232"/>
            <a:ext cx="36576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ED1C29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207007" y="5285232"/>
            <a:ext cx="468172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1">
                <a:solidFill>
                  <a:srgbClr val="0B1D35"/>
                </a:solidFill>
                <a:latin typeface="微软雅黑"/>
                <a:ea typeface="微软雅黑"/>
                <a:cs typeface="微软雅黑"/>
              </a:rPr>
              <a:t>要问家人  /  Ask My Family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207007" y="5568696"/>
            <a:ext cx="4663440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1F2329"/>
                </a:solidFill>
                <a:latin typeface="微软雅黑"/>
                <a:ea typeface="微软雅黑"/>
                <a:cs typeface="微软雅黑"/>
              </a:rPr>
              <a:t>提供短暂锁价</a:t>
            </a:r>
          </a:p>
          <a:p>
            <a:pPr algn="l">
              <a:lnSpc>
                <a:spcPct val="106000"/>
              </a:lnSpc>
              <a:spcBef>
                <a:spcPts val="100"/>
              </a:spcBef>
            </a:pPr>
            <a:r>
              <a:rPr sz="780" b="0">
                <a:solidFill>
                  <a:srgbClr val="6E8299"/>
                </a:solidFill>
                <a:latin typeface="微软雅黑"/>
                <a:ea typeface="微软雅黑"/>
                <a:cs typeface="微软雅黑"/>
              </a:rPr>
              <a:t>Offer to hold the price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6309360" y="1792224"/>
            <a:ext cx="5394960" cy="438912"/>
          </a:xfrm>
          <a:prstGeom prst="roundRect">
            <a:avLst>
              <a:gd name="adj" fmla="val 16000"/>
            </a:avLst>
          </a:prstGeom>
          <a:solidFill>
            <a:srgbClr val="005A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6455664" y="1819656"/>
            <a:ext cx="510235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沟通原则  |  Principles</a:t>
            </a:r>
          </a:p>
        </p:txBody>
      </p:sp>
      <p:sp>
        <p:nvSpPr>
          <p:cNvPr id="116" name="Rounded Rectangle 115"/>
          <p:cNvSpPr/>
          <p:nvPr/>
        </p:nvSpPr>
        <p:spPr>
          <a:xfrm>
            <a:off x="6309360" y="2340864"/>
            <a:ext cx="5394960" cy="896112"/>
          </a:xfrm>
          <a:prstGeom prst="roundRect">
            <a:avLst>
              <a:gd name="adj" fmla="val 10000"/>
            </a:avLst>
          </a:prstGeom>
          <a:solidFill>
            <a:srgbClr val="EB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6309360" y="2340864"/>
            <a:ext cx="45720" cy="896112"/>
          </a:xfrm>
          <a:prstGeom prst="rect">
            <a:avLst/>
          </a:prstGeom>
          <a:solidFill>
            <a:srgbClr val="ED1C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6464808" y="2377440"/>
            <a:ext cx="36576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ED1C29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6876288" y="2377440"/>
            <a:ext cx="468172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1">
                <a:solidFill>
                  <a:srgbClr val="0B1D35"/>
                </a:solidFill>
                <a:latin typeface="微软雅黑"/>
                <a:ea typeface="微软雅黑"/>
                <a:cs typeface="微软雅黑"/>
              </a:rPr>
              <a:t>报价后停顿  /  Pause After Price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6876288" y="2660903"/>
            <a:ext cx="4663440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1F2329"/>
                </a:solidFill>
                <a:latin typeface="微软雅黑"/>
                <a:ea typeface="微软雅黑"/>
                <a:cs typeface="微软雅黑"/>
              </a:rPr>
              <a:t>报价后停顿，不要抢话</a:t>
            </a:r>
          </a:p>
          <a:p>
            <a:pPr algn="l">
              <a:lnSpc>
                <a:spcPct val="106000"/>
              </a:lnSpc>
              <a:spcBef>
                <a:spcPts val="100"/>
              </a:spcBef>
            </a:pPr>
            <a:r>
              <a:rPr sz="780" b="0">
                <a:solidFill>
                  <a:srgbClr val="6E8299"/>
                </a:solidFill>
                <a:latin typeface="微软雅黑"/>
                <a:ea typeface="微软雅黑"/>
                <a:cs typeface="微软雅黑"/>
              </a:rPr>
              <a:t>Pause after the price, do not talk over it</a:t>
            </a:r>
          </a:p>
        </p:txBody>
      </p:sp>
      <p:sp>
        <p:nvSpPr>
          <p:cNvPr id="121" name="Rounded Rectangle 120"/>
          <p:cNvSpPr/>
          <p:nvPr/>
        </p:nvSpPr>
        <p:spPr>
          <a:xfrm>
            <a:off x="6309360" y="3310128"/>
            <a:ext cx="5394960" cy="896112"/>
          </a:xfrm>
          <a:prstGeom prst="roundRect">
            <a:avLst>
              <a:gd name="adj" fmla="val 10000"/>
            </a:avLst>
          </a:prstGeom>
          <a:solidFill>
            <a:srgbClr val="EB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6309360" y="3310128"/>
            <a:ext cx="45720" cy="896112"/>
          </a:xfrm>
          <a:prstGeom prst="rect">
            <a:avLst/>
          </a:prstGeom>
          <a:solidFill>
            <a:srgbClr val="ED1C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6464808" y="3346704"/>
            <a:ext cx="36576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ED1C29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6876288" y="3346704"/>
            <a:ext cx="468172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1">
                <a:solidFill>
                  <a:srgbClr val="0B1D35"/>
                </a:solidFill>
                <a:latin typeface="微软雅黑"/>
                <a:ea typeface="微软雅黑"/>
                <a:cs typeface="微软雅黑"/>
              </a:rPr>
              <a:t>不硬推  /  No Hard Push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6876288" y="3630168"/>
            <a:ext cx="4663440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1F2329"/>
                </a:solidFill>
                <a:latin typeface="微软雅黑"/>
                <a:ea typeface="微软雅黑"/>
                <a:cs typeface="微软雅黑"/>
              </a:rPr>
              <a:t>不推销客户未提出的项目</a:t>
            </a:r>
          </a:p>
          <a:p>
            <a:pPr algn="l">
              <a:lnSpc>
                <a:spcPct val="106000"/>
              </a:lnSpc>
              <a:spcBef>
                <a:spcPts val="100"/>
              </a:spcBef>
            </a:pPr>
            <a:r>
              <a:rPr sz="780" b="0">
                <a:solidFill>
                  <a:srgbClr val="6E8299"/>
                </a:solidFill>
                <a:latin typeface="微软雅黑"/>
                <a:ea typeface="微软雅黑"/>
                <a:cs typeface="微软雅黑"/>
              </a:rPr>
              <a:t>Never push a project the customer did not ask for</a:t>
            </a:r>
          </a:p>
        </p:txBody>
      </p:sp>
      <p:sp>
        <p:nvSpPr>
          <p:cNvPr id="126" name="Rounded Rectangle 125"/>
          <p:cNvSpPr/>
          <p:nvPr/>
        </p:nvSpPr>
        <p:spPr>
          <a:xfrm>
            <a:off x="6309360" y="4279392"/>
            <a:ext cx="5394960" cy="896112"/>
          </a:xfrm>
          <a:prstGeom prst="roundRect">
            <a:avLst>
              <a:gd name="adj" fmla="val 10000"/>
            </a:avLst>
          </a:prstGeom>
          <a:solidFill>
            <a:srgbClr val="EB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6309360" y="4279392"/>
            <a:ext cx="45720" cy="896112"/>
          </a:xfrm>
          <a:prstGeom prst="rect">
            <a:avLst/>
          </a:prstGeom>
          <a:solidFill>
            <a:srgbClr val="ED1C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6464808" y="4315968"/>
            <a:ext cx="36576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ED1C29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876288" y="4315968"/>
            <a:ext cx="468172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1">
                <a:solidFill>
                  <a:srgbClr val="0B1D35"/>
                </a:solidFill>
                <a:latin typeface="微软雅黑"/>
                <a:ea typeface="微软雅黑"/>
                <a:cs typeface="微软雅黑"/>
              </a:rPr>
              <a:t>拒绝也礼貌  /  Stay Polite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6876288" y="4599431"/>
            <a:ext cx="4663440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1F2329"/>
                </a:solidFill>
                <a:latin typeface="微软雅黑"/>
                <a:ea typeface="微软雅黑"/>
                <a:cs typeface="微软雅黑"/>
              </a:rPr>
              <a:t>客户拒绝时保持礼貌</a:t>
            </a:r>
          </a:p>
          <a:p>
            <a:pPr algn="l">
              <a:lnSpc>
                <a:spcPct val="106000"/>
              </a:lnSpc>
              <a:spcBef>
                <a:spcPts val="100"/>
              </a:spcBef>
            </a:pPr>
            <a:r>
              <a:rPr sz="780" b="0">
                <a:solidFill>
                  <a:srgbClr val="6E8299"/>
                </a:solidFill>
                <a:latin typeface="微软雅黑"/>
                <a:ea typeface="微软雅黑"/>
                <a:cs typeface="微软雅黑"/>
              </a:rPr>
              <a:t>Stay polite when the answer is no</a:t>
            </a:r>
          </a:p>
        </p:txBody>
      </p:sp>
      <p:sp>
        <p:nvSpPr>
          <p:cNvPr id="131" name="Rounded Rectangle 130"/>
          <p:cNvSpPr/>
          <p:nvPr/>
        </p:nvSpPr>
        <p:spPr>
          <a:xfrm>
            <a:off x="6309360" y="5248656"/>
            <a:ext cx="5394960" cy="896112"/>
          </a:xfrm>
          <a:prstGeom prst="roundRect">
            <a:avLst>
              <a:gd name="adj" fmla="val 10000"/>
            </a:avLst>
          </a:prstGeom>
          <a:solidFill>
            <a:srgbClr val="EB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Rectangle 131"/>
          <p:cNvSpPr/>
          <p:nvPr/>
        </p:nvSpPr>
        <p:spPr>
          <a:xfrm>
            <a:off x="6309360" y="5248656"/>
            <a:ext cx="45720" cy="896112"/>
          </a:xfrm>
          <a:prstGeom prst="rect">
            <a:avLst/>
          </a:prstGeom>
          <a:solidFill>
            <a:srgbClr val="ED1C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6464808" y="5285232"/>
            <a:ext cx="36576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ED1C29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6876288" y="5285232"/>
            <a:ext cx="468172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1">
                <a:solidFill>
                  <a:srgbClr val="0B1D35"/>
                </a:solidFill>
                <a:latin typeface="微软雅黑"/>
                <a:ea typeface="微软雅黑"/>
                <a:cs typeface="微软雅黑"/>
              </a:rPr>
              <a:t>记录原因  /  Log the Reason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6876288" y="5568696"/>
            <a:ext cx="4663440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1F2329"/>
                </a:solidFill>
                <a:latin typeface="微软雅黑"/>
                <a:ea typeface="微软雅黑"/>
                <a:cs typeface="微软雅黑"/>
              </a:rPr>
              <a:t>记录拒绝原因，用于优化套餐</a:t>
            </a:r>
          </a:p>
          <a:p>
            <a:pPr algn="l">
              <a:lnSpc>
                <a:spcPct val="106000"/>
              </a:lnSpc>
              <a:spcBef>
                <a:spcPts val="100"/>
              </a:spcBef>
            </a:pPr>
            <a:r>
              <a:rPr sz="780" b="0">
                <a:solidFill>
                  <a:srgbClr val="6E8299"/>
                </a:solidFill>
                <a:latin typeface="微软雅黑"/>
                <a:ea typeface="微软雅黑"/>
                <a:cs typeface="微软雅黑"/>
              </a:rPr>
              <a:t>Log the reason so we can improve the offer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68" name="图片 3" descr="/data/temp/31c83b1c-a9fe-11f0-88da-76af0e732785.jpg@base@tag=imgScale&amp;m=1&amp;w=932&amp;h=1264&amp;q=9531c83b1c-a9fe-11f0-88da-76af0e732785"/>
          <p:cNvPicPr>
            <a:picLocks noChangeAspect="1"/>
          </p:cNvPicPr>
          <p:nvPr/>
        </p:nvPicPr>
        <p:blipFill>
          <a:blip r:embed="rId4"/>
          <a:srcRect l="13078" r="13157"/>
          <a:stretch>
            <a:fillRect/>
          </a:stretch>
        </p:blipFill>
        <p:spPr>
          <a:xfrm>
            <a:off x="8244205" y="1773936"/>
            <a:ext cx="3358515" cy="4480560"/>
          </a:xfrm>
          <a:prstGeom prst="round1Rect">
            <a:avLst>
              <a:gd name="adj" fmla="val 39814"/>
            </a:avLst>
          </a:prstGeom>
          <a:solidFill>
            <a:schemeClr val="accent1">
              <a:alpha val="15000"/>
            </a:schemeClr>
          </a:solidFill>
          <a:ln w="9525" cap="flat" cmpd="sng" algn="ctr">
            <a:solidFill>
              <a:schemeClr val="accent1">
                <a:lumMod val="100000"/>
                <a:alpha val="15000"/>
              </a:schemeClr>
            </a:solidFill>
            <a:prstDash val="solid"/>
            <a:round/>
            <a:headEnd type="none" w="med" len="med"/>
            <a:tailEnd type="none" w="med" len="med"/>
          </a:ln>
          <a:effectLst>
            <a:outerShdw blurRad="203200" dist="38100" dir="2700000" algn="tl" rotWithShape="0">
              <a:schemeClr val="accent1">
                <a:alpha val="60000"/>
              </a:schemeClr>
            </a:outerShdw>
          </a:effectLst>
        </p:spPr>
      </p:pic>
      <p:sp>
        <p:nvSpPr>
          <p:cNvPr id="69" name="圆角矩形 6"/>
          <p:cNvSpPr/>
          <p:nvPr/>
        </p:nvSpPr>
        <p:spPr>
          <a:xfrm>
            <a:off x="3474720" y="1773936"/>
            <a:ext cx="4142232" cy="480060"/>
          </a:xfrm>
          <a:prstGeom prst="roundRect">
            <a:avLst>
              <a:gd name="adj" fmla="val 50000"/>
            </a:avLst>
          </a:prstGeom>
          <a:solidFill>
            <a:srgbClr val="EBF0F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lIns="109728" tIns="0" rIns="109728" bIns="0" numCol="1" spcCol="0" rtlCol="0" fromWordArt="0" anchor="ctr" anchorCtr="0" forceAA="0" compatLnSpc="1">
            <a:noAutofit/>
          </a:bodyPr>
          <a:lstStyle/>
          <a:p>
            <a:pPr lvl="0" indent="0" algn="l" fontAlgn="auto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</a:pPr>
            <a:r>
              <a:rPr lang="en-US" altLang="en-US" sz="1000" b="0">
                <a:solidFill>
                  <a:srgbClr val="1F2329"/>
                </a:solidFill>
                <a:latin typeface="微软雅黑"/>
                <a:ea typeface="微软雅黑"/>
                <a:cs typeface="微软雅黑"/>
                <a:sym typeface="+mn-ea"/>
              </a:rPr>
              <a:t>报价单、工单、结算单、发票</a:t>
            </a:r>
            <a:endParaRPr lang="en-US" altLang="en-US" sz="1600">
              <a:solidFill>
                <a:schemeClr val="tx1">
                  <a:lumMod val="85000"/>
                  <a:lumOff val="15000"/>
                </a:schemeClr>
              </a:solidFill>
              <a:sym typeface="+mn-ea"/>
            </a:endParaRPr>
          </a:p>
          <a:p>
            <a:pPr lvl="0" indent="0" algn="l" fontAlgn="auto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</a:pPr>
            <a:r>
              <a:rPr lang="zh-CN" altLang="en-US" sz="800" b="0">
                <a:solidFill>
                  <a:srgbClr val="6E8299"/>
                </a:solidFill>
                <a:latin typeface="微软雅黑"/>
                <a:ea typeface="微软雅黑"/>
                <a:cs typeface="微软雅黑"/>
                <a:sym typeface="+mn-ea"/>
              </a:rPr>
              <a:t>Quote, job card, settlement note, invoice</a:t>
            </a:r>
            <a:endParaRPr lang="zh-CN" altLang="en-US" sz="1150">
              <a:solidFill>
                <a:srgbClr val="6E8299"/>
              </a:solidFill>
              <a:latin typeface="+mn-ea"/>
              <a:cs typeface="+mn-ea"/>
              <a:sym typeface="+mn-ea"/>
            </a:endParaRPr>
          </a:p>
        </p:txBody>
      </p:sp>
      <p:sp>
        <p:nvSpPr>
          <p:cNvPr id="70" name="圆角矩形 35"/>
          <p:cNvSpPr/>
          <p:nvPr/>
        </p:nvSpPr>
        <p:spPr>
          <a:xfrm>
            <a:off x="603504" y="1792224"/>
            <a:ext cx="2743200" cy="44348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solidFill>
              <a:schemeClr val="accent1">
                <a:lumMod val="20000"/>
                <a:lumOff val="80000"/>
              </a:schemeClr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46304" tIns="0" rIns="146304" bIns="0" rtlCol="0" anchor="ctr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en-US" sz="700" b="0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+mn-ea"/>
              </a:rPr>
              <a:t>Four Documents</a:t>
            </a:r>
            <a:endParaRPr lang="zh-CN" altLang="en-US" sz="950">
              <a:solidFill>
                <a:schemeClr val="lt1">
                  <a:lumMod val="100000"/>
                </a:schemeClr>
              </a:solidFill>
              <a:latin typeface="+mn-ea"/>
              <a:cs typeface="+mn-ea"/>
              <a:sym typeface="+mn-ea"/>
            </a:endParaRP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en-US" sz="850" b="1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+mn-ea"/>
              </a:rPr>
              <a:t>四类单据</a:t>
            </a:r>
            <a:endParaRPr lang="zh-CN" altLang="en-US" sz="950">
              <a:solidFill>
                <a:schemeClr val="lt1">
                  <a:lumMod val="100000"/>
                </a:schemeClr>
              </a:solidFill>
              <a:latin typeface="+mn-ea"/>
              <a:cs typeface="+mn-ea"/>
              <a:sym typeface="+mn-ea"/>
            </a:endParaRPr>
          </a:p>
        </p:txBody>
      </p:sp>
      <p:sp>
        <p:nvSpPr>
          <p:cNvPr id="71" name="圆角矩形 1"/>
          <p:cNvSpPr/>
          <p:nvPr/>
        </p:nvSpPr>
        <p:spPr>
          <a:xfrm>
            <a:off x="3474720" y="5710427"/>
            <a:ext cx="4142232" cy="480060"/>
          </a:xfrm>
          <a:prstGeom prst="roundRect">
            <a:avLst>
              <a:gd name="adj" fmla="val 50000"/>
            </a:avLst>
          </a:prstGeom>
          <a:solidFill>
            <a:srgbClr val="EBF0F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lIns="109728" tIns="0" rIns="109728" bIns="0" numCol="1" spcCol="0" rtlCol="0" fromWordArt="0" anchor="ctr" anchorCtr="0" forceAA="0" compatLnSpc="1">
            <a:noAutofit/>
          </a:bodyPr>
          <a:lstStyle/>
          <a:p>
            <a:pPr lvl="0" indent="0" algn="l" fontAlgn="auto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</a:pPr>
            <a:r>
              <a:rPr lang="en-US" altLang="en-US" sz="1000" b="0">
                <a:solidFill>
                  <a:srgbClr val="1F2329"/>
                </a:solidFill>
                <a:latin typeface="微软雅黑"/>
                <a:ea typeface="微软雅黑"/>
                <a:cs typeface="微软雅黑"/>
                <a:sym typeface="+mn-ea"/>
              </a:rPr>
              <a:t>严禁系统外收款</a:t>
            </a:r>
            <a:endParaRPr lang="en-US" altLang="en-US" sz="1600">
              <a:solidFill>
                <a:schemeClr val="tx1">
                  <a:lumMod val="85000"/>
                  <a:lumOff val="15000"/>
                </a:schemeClr>
              </a:solidFill>
              <a:sym typeface="+mn-ea"/>
            </a:endParaRPr>
          </a:p>
          <a:p>
            <a:pPr lvl="0" indent="0" algn="l" fontAlgn="auto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</a:pPr>
            <a:r>
              <a:rPr lang="zh-CN" altLang="en-US" sz="800" b="0">
                <a:solidFill>
                  <a:srgbClr val="6E8299"/>
                </a:solidFill>
                <a:latin typeface="微软雅黑"/>
                <a:ea typeface="微软雅黑"/>
                <a:cs typeface="微软雅黑"/>
                <a:sym typeface="+mn-ea"/>
              </a:rPr>
              <a:t>Never take payment outside the system</a:t>
            </a:r>
            <a:endParaRPr lang="zh-CN" altLang="en-US" sz="1150">
              <a:solidFill>
                <a:srgbClr val="6E8299"/>
              </a:solidFill>
              <a:latin typeface="+mn-ea"/>
              <a:cs typeface="+mn-ea"/>
              <a:sym typeface="+mn-ea"/>
            </a:endParaRPr>
          </a:p>
        </p:txBody>
      </p:sp>
      <p:sp>
        <p:nvSpPr>
          <p:cNvPr id="72" name="圆角矩形 4"/>
          <p:cNvSpPr/>
          <p:nvPr/>
        </p:nvSpPr>
        <p:spPr>
          <a:xfrm>
            <a:off x="3474720" y="5148072"/>
            <a:ext cx="4142232" cy="480060"/>
          </a:xfrm>
          <a:prstGeom prst="roundRect">
            <a:avLst>
              <a:gd name="adj" fmla="val 50000"/>
            </a:avLst>
          </a:prstGeom>
          <a:solidFill>
            <a:srgbClr val="EBF0F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lIns="109728" tIns="0" rIns="109728" bIns="0" numCol="1" spcCol="0" rtlCol="0" fromWordArt="0" anchor="ctr" anchorCtr="0" forceAA="0" compatLnSpc="1">
            <a:noAutofit/>
          </a:bodyPr>
          <a:lstStyle/>
          <a:p>
            <a:pPr lvl="0" indent="0" algn="l" fontAlgn="auto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</a:pPr>
            <a:r>
              <a:rPr lang="en-US" altLang="en-US" sz="1000" b="0">
                <a:solidFill>
                  <a:srgbClr val="1F2329"/>
                </a:solidFill>
                <a:latin typeface="微软雅黑"/>
                <a:ea typeface="微软雅黑"/>
                <a:cs typeface="微软雅黑"/>
                <a:sym typeface="+mn-ea"/>
              </a:rPr>
              <a:t>单据归档可追溯</a:t>
            </a:r>
            <a:endParaRPr lang="en-US" altLang="en-US" sz="1600">
              <a:solidFill>
                <a:schemeClr val="tx1">
                  <a:lumMod val="85000"/>
                  <a:lumOff val="15000"/>
                </a:schemeClr>
              </a:solidFill>
              <a:sym typeface="+mn-ea"/>
            </a:endParaRPr>
          </a:p>
          <a:p>
            <a:pPr lvl="0" indent="0" algn="l" fontAlgn="auto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</a:pPr>
            <a:r>
              <a:rPr lang="zh-CN" altLang="en-US" sz="800" b="0">
                <a:solidFill>
                  <a:srgbClr val="6E8299"/>
                </a:solidFill>
                <a:latin typeface="微软雅黑"/>
                <a:ea typeface="微软雅黑"/>
                <a:cs typeface="微软雅黑"/>
                <a:sym typeface="+mn-ea"/>
              </a:rPr>
              <a:t>File documents so they can be traced</a:t>
            </a:r>
            <a:endParaRPr lang="zh-CN" altLang="en-US" sz="1150">
              <a:solidFill>
                <a:srgbClr val="6E8299"/>
              </a:solidFill>
              <a:latin typeface="+mn-ea"/>
              <a:cs typeface="+mn-ea"/>
              <a:sym typeface="+mn-ea"/>
            </a:endParaRPr>
          </a:p>
        </p:txBody>
      </p:sp>
      <p:sp>
        <p:nvSpPr>
          <p:cNvPr id="73" name="圆角矩形 8"/>
          <p:cNvSpPr/>
          <p:nvPr/>
        </p:nvSpPr>
        <p:spPr>
          <a:xfrm>
            <a:off x="3474720" y="4585716"/>
            <a:ext cx="4142232" cy="480060"/>
          </a:xfrm>
          <a:prstGeom prst="roundRect">
            <a:avLst>
              <a:gd name="adj" fmla="val 50000"/>
            </a:avLst>
          </a:prstGeom>
          <a:solidFill>
            <a:srgbClr val="EBF0F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lIns="109728" tIns="0" rIns="109728" bIns="0" numCol="1" spcCol="0" rtlCol="0" fromWordArt="0" anchor="ctr" anchorCtr="0" forceAA="0" compatLnSpc="1">
            <a:noAutofit/>
          </a:bodyPr>
          <a:lstStyle/>
          <a:p>
            <a:pPr lvl="0" indent="0" algn="l" fontAlgn="auto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</a:pPr>
            <a:r>
              <a:rPr lang="en-US" altLang="en-US" sz="1000" b="0">
                <a:solidFill>
                  <a:srgbClr val="1F2329"/>
                </a:solidFill>
                <a:latin typeface="微软雅黑"/>
                <a:ea typeface="微软雅黑"/>
                <a:cs typeface="微软雅黑"/>
                <a:sym typeface="+mn-ea"/>
              </a:rPr>
              <a:t>日结对账，差异当班说明</a:t>
            </a:r>
            <a:endParaRPr lang="en-US" altLang="en-US" sz="1600">
              <a:solidFill>
                <a:schemeClr val="tx1">
                  <a:lumMod val="85000"/>
                  <a:lumOff val="15000"/>
                </a:schemeClr>
              </a:solidFill>
              <a:sym typeface="+mn-ea"/>
            </a:endParaRPr>
          </a:p>
          <a:p>
            <a:pPr lvl="0" indent="0" algn="l" fontAlgn="auto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</a:pPr>
            <a:r>
              <a:rPr lang="zh-CN" altLang="en-US" sz="800" b="0">
                <a:solidFill>
                  <a:srgbClr val="6E8299"/>
                </a:solidFill>
                <a:latin typeface="微软雅黑"/>
                <a:ea typeface="微软雅黑"/>
                <a:cs typeface="微软雅黑"/>
                <a:sym typeface="+mn-ea"/>
              </a:rPr>
              <a:t>Close the day and explain any variance</a:t>
            </a:r>
            <a:endParaRPr lang="zh-CN" altLang="en-US" sz="1150">
              <a:solidFill>
                <a:srgbClr val="6E8299"/>
              </a:solidFill>
              <a:latin typeface="+mn-ea"/>
              <a:cs typeface="+mn-ea"/>
              <a:sym typeface="+mn-ea"/>
            </a:endParaRPr>
          </a:p>
        </p:txBody>
      </p:sp>
      <p:sp>
        <p:nvSpPr>
          <p:cNvPr id="74" name="圆角矩形 9"/>
          <p:cNvSpPr/>
          <p:nvPr/>
        </p:nvSpPr>
        <p:spPr>
          <a:xfrm>
            <a:off x="3474720" y="4023360"/>
            <a:ext cx="4142232" cy="480060"/>
          </a:xfrm>
          <a:prstGeom prst="roundRect">
            <a:avLst>
              <a:gd name="adj" fmla="val 50000"/>
            </a:avLst>
          </a:prstGeom>
          <a:solidFill>
            <a:srgbClr val="EBF0F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lIns="109728" tIns="0" rIns="109728" bIns="0" numCol="1" spcCol="0" rtlCol="0" fromWordArt="0" anchor="ctr" anchorCtr="0" forceAA="0" compatLnSpc="1">
            <a:noAutofit/>
          </a:bodyPr>
          <a:lstStyle/>
          <a:p>
            <a:pPr lvl="0" indent="0" algn="l" fontAlgn="auto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</a:pPr>
            <a:r>
              <a:rPr lang="en-US" altLang="en-US" sz="1000" b="0">
                <a:solidFill>
                  <a:srgbClr val="1F2329"/>
                </a:solidFill>
                <a:latin typeface="微软雅黑"/>
                <a:ea typeface="微软雅黑"/>
                <a:cs typeface="微软雅黑"/>
                <a:sym typeface="+mn-ea"/>
              </a:rPr>
              <a:t>备用金与找零规范管理</a:t>
            </a:r>
            <a:endParaRPr lang="en-US" altLang="en-US" sz="1600">
              <a:solidFill>
                <a:schemeClr val="tx1">
                  <a:lumMod val="85000"/>
                  <a:lumOff val="15000"/>
                </a:schemeClr>
              </a:solidFill>
              <a:sym typeface="+mn-ea"/>
            </a:endParaRPr>
          </a:p>
          <a:p>
            <a:pPr lvl="0" indent="0" algn="l" fontAlgn="auto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</a:pPr>
            <a:r>
              <a:rPr lang="zh-CN" altLang="en-US" sz="800" b="0">
                <a:solidFill>
                  <a:srgbClr val="6E8299"/>
                </a:solidFill>
                <a:latin typeface="微软雅黑"/>
                <a:ea typeface="微软雅黑"/>
                <a:cs typeface="微软雅黑"/>
                <a:sym typeface="+mn-ea"/>
              </a:rPr>
              <a:t>Manage the float and change carefully</a:t>
            </a:r>
            <a:endParaRPr lang="zh-CN" altLang="en-US" sz="1150">
              <a:solidFill>
                <a:srgbClr val="6E8299"/>
              </a:solidFill>
              <a:latin typeface="+mn-ea"/>
              <a:cs typeface="+mn-ea"/>
              <a:sym typeface="+mn-ea"/>
            </a:endParaRPr>
          </a:p>
        </p:txBody>
      </p:sp>
      <p:sp>
        <p:nvSpPr>
          <p:cNvPr id="75" name="圆角矩形 35"/>
          <p:cNvSpPr/>
          <p:nvPr/>
        </p:nvSpPr>
        <p:spPr>
          <a:xfrm>
            <a:off x="603504" y="4604004"/>
            <a:ext cx="2743200" cy="44348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solidFill>
              <a:schemeClr val="accent1">
                <a:lumMod val="20000"/>
                <a:lumOff val="80000"/>
              </a:schemeClr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46304" tIns="0" rIns="146304" bIns="0" rtlCol="0" anchor="ctr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en-US" sz="700" b="0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+mn-ea"/>
              </a:rPr>
              <a:t>Close the Day</a:t>
            </a:r>
            <a:endParaRPr lang="zh-CN" altLang="en-US" sz="950">
              <a:solidFill>
                <a:schemeClr val="lt1">
                  <a:lumMod val="100000"/>
                </a:schemeClr>
              </a:solidFill>
              <a:latin typeface="+mn-ea"/>
              <a:cs typeface="+mn-ea"/>
              <a:sym typeface="+mn-ea"/>
            </a:endParaRP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en-US" sz="850" b="1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+mn-ea"/>
              </a:rPr>
              <a:t>日结差异</a:t>
            </a:r>
            <a:endParaRPr lang="zh-CN" altLang="en-US" sz="950">
              <a:solidFill>
                <a:schemeClr val="lt1">
                  <a:lumMod val="100000"/>
                </a:schemeClr>
              </a:solidFill>
              <a:latin typeface="+mn-ea"/>
              <a:cs typeface="+mn-ea"/>
              <a:sym typeface="+mn-ea"/>
            </a:endParaRPr>
          </a:p>
        </p:txBody>
      </p:sp>
      <p:sp>
        <p:nvSpPr>
          <p:cNvPr id="76" name="圆角矩形 35"/>
          <p:cNvSpPr/>
          <p:nvPr/>
        </p:nvSpPr>
        <p:spPr>
          <a:xfrm>
            <a:off x="603504" y="4041648"/>
            <a:ext cx="2743200" cy="44348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solidFill>
              <a:schemeClr val="accent1">
                <a:lumMod val="20000"/>
                <a:lumOff val="80000"/>
              </a:schemeClr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46304" tIns="0" rIns="146304" bIns="0" rtlCol="0" anchor="ctr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en-US" sz="700" b="0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+mn-ea"/>
              </a:rPr>
              <a:t>Float &amp; Change</a:t>
            </a:r>
            <a:endParaRPr lang="zh-CN" altLang="en-US" sz="950">
              <a:solidFill>
                <a:schemeClr val="lt1">
                  <a:lumMod val="100000"/>
                </a:schemeClr>
              </a:solidFill>
              <a:latin typeface="+mn-ea"/>
              <a:cs typeface="+mn-ea"/>
              <a:sym typeface="+mn-ea"/>
            </a:endParaRP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en-US" sz="850" b="1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+mn-ea"/>
              </a:rPr>
              <a:t>备用金找零</a:t>
            </a:r>
            <a:endParaRPr lang="zh-CN" altLang="en-US" sz="950">
              <a:solidFill>
                <a:schemeClr val="lt1">
                  <a:lumMod val="100000"/>
                </a:schemeClr>
              </a:solidFill>
              <a:latin typeface="+mn-ea"/>
              <a:cs typeface="+mn-ea"/>
              <a:sym typeface="+mn-ea"/>
            </a:endParaRPr>
          </a:p>
        </p:txBody>
      </p:sp>
      <p:sp>
        <p:nvSpPr>
          <p:cNvPr id="77" name="圆角矩形 35"/>
          <p:cNvSpPr/>
          <p:nvPr/>
        </p:nvSpPr>
        <p:spPr>
          <a:xfrm>
            <a:off x="603504" y="5166360"/>
            <a:ext cx="2743200" cy="44348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solidFill>
              <a:schemeClr val="accent1">
                <a:lumMod val="20000"/>
                <a:lumOff val="80000"/>
              </a:schemeClr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46304" tIns="0" rIns="146304" bIns="0" rtlCol="0" anchor="ctr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en-US" sz="700" b="0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+mn-ea"/>
              </a:rPr>
              <a:t>File to Trace</a:t>
            </a:r>
            <a:endParaRPr lang="zh-CN" altLang="en-US" sz="950">
              <a:solidFill>
                <a:schemeClr val="lt1">
                  <a:lumMod val="100000"/>
                </a:schemeClr>
              </a:solidFill>
              <a:latin typeface="+mn-ea"/>
              <a:cs typeface="+mn-ea"/>
              <a:sym typeface="+mn-ea"/>
            </a:endParaRP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en-US" sz="850" b="1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+mn-ea"/>
              </a:rPr>
              <a:t>归档可查</a:t>
            </a:r>
            <a:endParaRPr lang="zh-CN" altLang="en-US" sz="950">
              <a:solidFill>
                <a:schemeClr val="lt1">
                  <a:lumMod val="100000"/>
                </a:schemeClr>
              </a:solidFill>
              <a:latin typeface="+mn-ea"/>
              <a:cs typeface="+mn-ea"/>
              <a:sym typeface="+mn-ea"/>
            </a:endParaRPr>
          </a:p>
        </p:txBody>
      </p:sp>
      <p:sp>
        <p:nvSpPr>
          <p:cNvPr id="78" name="圆角矩形 35"/>
          <p:cNvSpPr/>
          <p:nvPr/>
        </p:nvSpPr>
        <p:spPr>
          <a:xfrm>
            <a:off x="603504" y="5728715"/>
            <a:ext cx="2743200" cy="44348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solidFill>
              <a:schemeClr val="accent1">
                <a:lumMod val="20000"/>
                <a:lumOff val="80000"/>
              </a:schemeClr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46304" tIns="0" rIns="146304" bIns="0" rtlCol="0" anchor="ctr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en-US" sz="700" b="0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+mn-ea"/>
              </a:rPr>
              <a:t>No Off-System Payment</a:t>
            </a:r>
            <a:endParaRPr lang="zh-CN" altLang="en-US" sz="950">
              <a:solidFill>
                <a:schemeClr val="lt1">
                  <a:lumMod val="100000"/>
                </a:schemeClr>
              </a:solidFill>
              <a:latin typeface="+mn-ea"/>
              <a:cs typeface="+mn-ea"/>
              <a:sym typeface="+mn-ea"/>
            </a:endParaRP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en-US" sz="850" b="1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+mn-ea"/>
              </a:rPr>
              <a:t>系统外收款红线</a:t>
            </a:r>
            <a:endParaRPr lang="zh-CN" altLang="en-US" sz="950">
              <a:solidFill>
                <a:schemeClr val="lt1">
                  <a:lumMod val="100000"/>
                </a:schemeClr>
              </a:solidFill>
              <a:latin typeface="+mn-ea"/>
              <a:cs typeface="+mn-ea"/>
              <a:sym typeface="+mn-ea"/>
            </a:endParaRPr>
          </a:p>
        </p:txBody>
      </p:sp>
      <p:sp>
        <p:nvSpPr>
          <p:cNvPr id="79" name="AutoShape 2"/>
          <p:cNvSpPr/>
          <p:nvPr/>
        </p:nvSpPr>
        <p:spPr>
          <a:xfrm>
            <a:off x="0" y="0"/>
            <a:ext cx="8812221" cy="566928"/>
          </a:xfrm>
          <a:prstGeom prst="roundRect">
            <a:avLst>
              <a:gd name="adj" fmla="val 0"/>
            </a:avLst>
          </a:prstGeom>
          <a:solidFill>
            <a:srgbClr val="ED1C29">
              <a:alpha val="100000"/>
            </a:srgbClr>
          </a:solidFill>
          <a:ln w="25400">
            <a:noFill/>
            <a:prstDash val="solid"/>
          </a:ln>
        </p:spPr>
        <p:txBody>
          <a:bodyPr lIns="63500" tIns="63500" rIns="63500" bIns="635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/>
            </a:pPr>
            <a:endParaRPr sz="1055" kern="0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80" name="AutoShape 3"/>
          <p:cNvSpPr/>
          <p:nvPr/>
        </p:nvSpPr>
        <p:spPr>
          <a:xfrm>
            <a:off x="8249792" y="0"/>
            <a:ext cx="2762864" cy="566928"/>
          </a:xfrm>
          <a:prstGeom prst="parallelogram">
            <a:avLst/>
          </a:prstGeom>
          <a:solidFill>
            <a:srgbClr val="005AA9">
              <a:alpha val="100000"/>
            </a:srgbClr>
          </a:solidFill>
          <a:ln w="25400">
            <a:noFill/>
            <a:prstDash val="solid"/>
          </a:ln>
        </p:spPr>
        <p:txBody>
          <a:bodyPr lIns="63500" tIns="63500" rIns="63500" bIns="635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/>
            </a:pPr>
            <a:endParaRPr sz="1055" kern="0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81" name="AutoShape 4"/>
          <p:cNvSpPr/>
          <p:nvPr/>
        </p:nvSpPr>
        <p:spPr>
          <a:xfrm>
            <a:off x="8588375" y="0"/>
            <a:ext cx="3603625" cy="566928"/>
          </a:xfrm>
          <a:prstGeom prst="roundRect">
            <a:avLst>
              <a:gd name="adj" fmla="val 0"/>
            </a:avLst>
          </a:prstGeom>
          <a:solidFill>
            <a:srgbClr val="005AA9">
              <a:alpha val="100000"/>
            </a:srgbClr>
          </a:solidFill>
          <a:ln w="25400">
            <a:noFill/>
            <a:prstDash val="solid"/>
          </a:ln>
        </p:spPr>
        <p:txBody>
          <a:bodyPr lIns="63500" tIns="63500" rIns="63500" bIns="635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/>
            </a:pPr>
            <a:endParaRPr sz="1055" kern="0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pic>
        <p:nvPicPr>
          <p:cNvPr id="82" name="Picture 5"/>
          <p:cNvPicPr>
            <a:picLocks noChangeAspect="1"/>
          </p:cNvPicPr>
          <p:nvPr/>
        </p:nvPicPr>
        <p:blipFill>
          <a:blip r:embed="rId3"/>
          <a:srcRect t="36978" b="45732"/>
          <a:stretch>
            <a:fillRect/>
          </a:stretch>
        </p:blipFill>
        <p:spPr>
          <a:xfrm>
            <a:off x="9364524" y="139920"/>
            <a:ext cx="1549829" cy="267948"/>
          </a:xfrm>
          <a:prstGeom prst="roundRect">
            <a:avLst>
              <a:gd name="adj" fmla="val 0"/>
            </a:avLst>
          </a:prstGeom>
          <a:ln>
            <a:noFill/>
            <a:prstDash val="solid"/>
          </a:ln>
        </p:spPr>
      </p:pic>
      <p:sp>
        <p:nvSpPr>
          <p:cNvPr id="83" name="AutoShape 1"/>
          <p:cNvSpPr/>
          <p:nvPr/>
        </p:nvSpPr>
        <p:spPr>
          <a:xfrm>
            <a:off x="0" y="6473952"/>
            <a:ext cx="8812221" cy="384048"/>
          </a:xfrm>
          <a:prstGeom prst="roundRect">
            <a:avLst>
              <a:gd name="adj" fmla="val 0"/>
            </a:avLst>
          </a:prstGeom>
          <a:solidFill>
            <a:srgbClr val="ED1C29">
              <a:alpha val="100000"/>
            </a:srgbClr>
          </a:solidFill>
          <a:ln w="25400">
            <a:noFill/>
            <a:prstDash val="solid"/>
          </a:ln>
        </p:spPr>
        <p:txBody>
          <a:bodyPr lIns="63500" tIns="63500" rIns="63500" bIns="635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/>
            </a:pPr>
            <a:endParaRPr sz="1010" kern="0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84" name="AutoShape 2"/>
          <p:cNvSpPr/>
          <p:nvPr/>
        </p:nvSpPr>
        <p:spPr>
          <a:xfrm>
            <a:off x="665034" y="6569556"/>
            <a:ext cx="4749800" cy="192841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0" tIns="6350" rIns="0" bIns="0" rtlCol="0" anchor="t">
            <a:spAutoFit/>
          </a:bodyPr>
          <a:lstStyle/>
          <a:p>
            <a:pPr marL="1270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230" b="0" i="0" u="none" strike="noStrike" kern="0">
                <a:solidFill>
                  <a:srgbClr val="FFFFFF"/>
                </a:solidFill>
                <a:latin typeface="Arial" panose="020B0604020202020204"/>
                <a:ea typeface="微软雅黑" panose="020B0503020204020204" charset="-122"/>
                <a:cs typeface="Inter 18pt SemiBold"/>
                <a:sym typeface="Inter 18pt SemiBold"/>
              </a:rPr>
              <a:t>Your Neighbourhood Auto Care Expert</a:t>
            </a:r>
            <a:endParaRPr lang="en-US" sz="1230" b="0" i="0" u="none" strike="noStrike" kern="0">
              <a:solidFill>
                <a:srgbClr val="FFFFFF"/>
              </a:solidFill>
              <a:latin typeface="Arial" panose="020B0604020202020204"/>
              <a:ea typeface="微软雅黑" panose="020B0503020204020204" charset="-122"/>
              <a:cs typeface="Inter 18pt SemiBold"/>
              <a:sym typeface="Inter 18pt SemiBold"/>
            </a:endParaRPr>
          </a:p>
        </p:txBody>
      </p:sp>
      <p:sp>
        <p:nvSpPr>
          <p:cNvPr id="85" name="AutoShape 3"/>
          <p:cNvSpPr/>
          <p:nvPr/>
        </p:nvSpPr>
        <p:spPr>
          <a:xfrm>
            <a:off x="8249792" y="6473952"/>
            <a:ext cx="2762864" cy="384048"/>
          </a:xfrm>
          <a:prstGeom prst="parallelogram">
            <a:avLst/>
          </a:prstGeom>
          <a:solidFill>
            <a:srgbClr val="005AA9">
              <a:alpha val="100000"/>
            </a:srgbClr>
          </a:solidFill>
          <a:ln w="25400">
            <a:noFill/>
            <a:prstDash val="solid"/>
          </a:ln>
        </p:spPr>
        <p:txBody>
          <a:bodyPr lIns="63500" tIns="63500" rIns="63500" bIns="635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/>
            </a:pPr>
            <a:endParaRPr sz="1010" kern="0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86" name="AutoShape 4"/>
          <p:cNvSpPr/>
          <p:nvPr/>
        </p:nvSpPr>
        <p:spPr>
          <a:xfrm>
            <a:off x="8588375" y="6473952"/>
            <a:ext cx="3603625" cy="384048"/>
          </a:xfrm>
          <a:prstGeom prst="roundRect">
            <a:avLst>
              <a:gd name="adj" fmla="val 0"/>
            </a:avLst>
          </a:prstGeom>
          <a:solidFill>
            <a:srgbClr val="005AA9">
              <a:alpha val="100000"/>
            </a:srgbClr>
          </a:solidFill>
          <a:ln w="25400">
            <a:noFill/>
            <a:prstDash val="solid"/>
          </a:ln>
        </p:spPr>
        <p:txBody>
          <a:bodyPr lIns="63500" tIns="63500" rIns="63500" bIns="635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/>
            </a:pPr>
            <a:endParaRPr sz="1010" kern="0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87" name="AutoShape 6"/>
          <p:cNvSpPr/>
          <p:nvPr/>
        </p:nvSpPr>
        <p:spPr>
          <a:xfrm>
            <a:off x="8936037" y="6569556"/>
            <a:ext cx="2908300" cy="192841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0" tIns="6350" rIns="0" bIns="0" rtlCol="0" anchor="t">
            <a:spAutoFit/>
          </a:bodyPr>
          <a:lstStyle/>
          <a:p>
            <a:pPr marL="1270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230" b="0" i="0" u="none" strike="noStrike" kern="0">
                <a:solidFill>
                  <a:srgbClr val="FFFFFF"/>
                </a:solidFill>
                <a:latin typeface="Arial" panose="020B0604020202020204"/>
                <a:ea typeface="微软雅黑" panose="020B0503020204020204" charset="-122"/>
                <a:cs typeface="Inter 18pt SemiBold"/>
                <a:sym typeface="Inter 18pt SemiBold"/>
                <a:hlinkClick r:id="rId3" tooltip="https://www.servauto.com.my/"/>
              </a:rPr>
              <a:t>www.servauto.com.my</a:t>
            </a:r>
            <a:endParaRPr lang="en-US" sz="1230" b="0" i="0" u="none" strike="noStrike" kern="0">
              <a:solidFill>
                <a:srgbClr val="FFFFFF"/>
              </a:solidFill>
              <a:latin typeface="Arial" panose="020B0604020202020204"/>
              <a:ea typeface="微软雅黑" panose="020B0503020204020204" charset="-122"/>
              <a:cs typeface="Inter 18pt SemiBold"/>
              <a:sym typeface="Inter 18pt SemiBold"/>
              <a:hlinkClick r:id="rId3" tooltip="https://www.servauto.com.my/"/>
            </a:endParaRPr>
          </a:p>
        </p:txBody>
      </p:sp>
      <p:sp>
        <p:nvSpPr>
          <p:cNvPr id="88" name="TextBox 87"/>
          <p:cNvSpPr txBox="1"/>
          <p:nvPr/>
        </p:nvSpPr>
        <p:spPr>
          <a:xfrm>
            <a:off x="667512" y="82296"/>
            <a:ext cx="841248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ServAuto 服务顾问培训 | Service Advisor Training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12648" y="585216"/>
            <a:ext cx="1097280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500" b="1">
                <a:solidFill>
                  <a:srgbClr val="0B1D35"/>
                </a:solidFill>
                <a:latin typeface="微软雅黑"/>
                <a:ea typeface="微软雅黑"/>
                <a:cs typeface="微软雅黑"/>
              </a:rPr>
              <a:t>Cashiering, Documents &amp; Daily Reconciliation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612648" y="1060704"/>
            <a:ext cx="10972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6E8299"/>
                </a:solidFill>
                <a:latin typeface="微软雅黑"/>
                <a:ea typeface="微软雅黑"/>
                <a:cs typeface="微软雅黑"/>
              </a:rPr>
              <a:t>收银、单据与日结对账</a:t>
            </a:r>
          </a:p>
        </p:txBody>
      </p:sp>
      <p:sp>
        <p:nvSpPr>
          <p:cNvPr id="91" name="Rectangle 90"/>
          <p:cNvSpPr/>
          <p:nvPr/>
        </p:nvSpPr>
        <p:spPr>
          <a:xfrm>
            <a:off x="612648" y="1682496"/>
            <a:ext cx="10972800" cy="29260"/>
          </a:xfrm>
          <a:prstGeom prst="rect">
            <a:avLst/>
          </a:prstGeom>
          <a:solidFill>
            <a:srgbClr val="ED1C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圆角矩形 35"/>
          <p:cNvSpPr/>
          <p:nvPr/>
        </p:nvSpPr>
        <p:spPr>
          <a:xfrm>
            <a:off x="603504" y="2354579"/>
            <a:ext cx="2743200" cy="44348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solidFill>
              <a:schemeClr val="accent1">
                <a:lumMod val="20000"/>
                <a:lumOff val="80000"/>
              </a:schemeClr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46304" tIns="0" rIns="146304" bIns="0" rtlCol="0" anchor="ctr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en-US" sz="700" b="0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+mn-ea"/>
              </a:rPr>
              <a:t>Sign Before Work</a:t>
            </a:r>
            <a:endParaRPr lang="zh-CN" altLang="en-US" sz="950">
              <a:solidFill>
                <a:schemeClr val="lt1">
                  <a:lumMod val="100000"/>
                </a:schemeClr>
              </a:solidFill>
              <a:latin typeface="+mn-ea"/>
              <a:cs typeface="+mn-ea"/>
              <a:sym typeface="+mn-ea"/>
            </a:endParaRP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en-US" sz="850" b="1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+mn-ea"/>
              </a:rPr>
              <a:t>施工前签字</a:t>
            </a:r>
            <a:endParaRPr lang="zh-CN" altLang="en-US" sz="950">
              <a:solidFill>
                <a:schemeClr val="lt1">
                  <a:lumMod val="100000"/>
                </a:schemeClr>
              </a:solidFill>
              <a:latin typeface="+mn-ea"/>
              <a:cs typeface="+mn-ea"/>
              <a:sym typeface="+mn-ea"/>
            </a:endParaRPr>
          </a:p>
        </p:txBody>
      </p:sp>
      <p:sp>
        <p:nvSpPr>
          <p:cNvPr id="69" name="圆角矩形 6"/>
          <p:cNvSpPr/>
          <p:nvPr/>
        </p:nvSpPr>
        <p:spPr>
          <a:xfrm>
            <a:off x="3474720" y="2336291"/>
            <a:ext cx="4142232" cy="480060"/>
          </a:xfrm>
          <a:prstGeom prst="roundRect">
            <a:avLst>
              <a:gd name="adj" fmla="val 50000"/>
            </a:avLst>
          </a:prstGeom>
          <a:solidFill>
            <a:srgbClr val="EBF0F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lIns="109728" tIns="0" rIns="109728" bIns="0" numCol="1" spcCol="0" rtlCol="0" fromWordArt="0" anchor="ctr" anchorCtr="0" forceAA="0" compatLnSpc="1">
            <a:noAutofit/>
          </a:bodyPr>
          <a:lstStyle/>
          <a:p>
            <a:pPr lvl="0" indent="0" algn="l" fontAlgn="auto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</a:pPr>
            <a:r>
              <a:rPr lang="en-US" altLang="en-US" sz="1000" b="0">
                <a:solidFill>
                  <a:srgbClr val="1F2329"/>
                </a:solidFill>
                <a:latin typeface="微软雅黑"/>
                <a:ea typeface="微软雅黑"/>
                <a:cs typeface="微软雅黑"/>
                <a:sym typeface="+mn-ea"/>
              </a:rPr>
              <a:t>施工前完成客户签字确认</a:t>
            </a:r>
            <a:endParaRPr lang="en-US" altLang="en-US" sz="1600">
              <a:solidFill>
                <a:schemeClr val="tx1">
                  <a:lumMod val="85000"/>
                  <a:lumOff val="15000"/>
                </a:schemeClr>
              </a:solidFill>
              <a:sym typeface="+mn-ea"/>
            </a:endParaRPr>
          </a:p>
          <a:p>
            <a:pPr lvl="0" indent="0" algn="l" fontAlgn="auto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</a:pPr>
            <a:r>
              <a:rPr lang="zh-CN" altLang="en-US" sz="800" b="0">
                <a:solidFill>
                  <a:srgbClr val="6E8299"/>
                </a:solidFill>
                <a:latin typeface="微软雅黑"/>
                <a:ea typeface="微软雅黑"/>
                <a:cs typeface="微软雅黑"/>
                <a:sym typeface="+mn-ea"/>
              </a:rPr>
              <a:t>Get the customer signature before work starts</a:t>
            </a:r>
            <a:endParaRPr lang="zh-CN" altLang="en-US" sz="1150">
              <a:solidFill>
                <a:srgbClr val="6E8299"/>
              </a:solidFill>
              <a:latin typeface="+mn-ea"/>
              <a:cs typeface="+mn-ea"/>
              <a:sym typeface="+mn-ea"/>
            </a:endParaRPr>
          </a:p>
        </p:txBody>
      </p:sp>
      <p:sp>
        <p:nvSpPr>
          <p:cNvPr id="70" name="圆角矩形 35"/>
          <p:cNvSpPr/>
          <p:nvPr/>
        </p:nvSpPr>
        <p:spPr>
          <a:xfrm>
            <a:off x="603504" y="2916936"/>
            <a:ext cx="2743200" cy="44348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solidFill>
              <a:schemeClr val="accent1">
                <a:lumMod val="20000"/>
                <a:lumOff val="80000"/>
              </a:schemeClr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46304" tIns="0" rIns="146304" bIns="0" rtlCol="0" anchor="ctr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en-US" sz="700" b="0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+mn-ea"/>
              </a:rPr>
              <a:t>Match Every Entry</a:t>
            </a:r>
            <a:endParaRPr lang="zh-CN" altLang="en-US" sz="950">
              <a:solidFill>
                <a:schemeClr val="lt1">
                  <a:lumMod val="100000"/>
                </a:schemeClr>
              </a:solidFill>
              <a:latin typeface="+mn-ea"/>
              <a:cs typeface="+mn-ea"/>
              <a:sym typeface="+mn-ea"/>
            </a:endParaRP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en-US" sz="850" b="1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+mn-ea"/>
              </a:rPr>
              <a:t>逐笔核对</a:t>
            </a:r>
            <a:endParaRPr lang="zh-CN" altLang="en-US" sz="950">
              <a:solidFill>
                <a:schemeClr val="lt1">
                  <a:lumMod val="100000"/>
                </a:schemeClr>
              </a:solidFill>
              <a:latin typeface="+mn-ea"/>
              <a:cs typeface="+mn-ea"/>
              <a:sym typeface="+mn-ea"/>
            </a:endParaRPr>
          </a:p>
        </p:txBody>
      </p:sp>
      <p:sp>
        <p:nvSpPr>
          <p:cNvPr id="69" name="圆角矩形 6"/>
          <p:cNvSpPr/>
          <p:nvPr/>
        </p:nvSpPr>
        <p:spPr>
          <a:xfrm>
            <a:off x="3474720" y="2898648"/>
            <a:ext cx="4142232" cy="480060"/>
          </a:xfrm>
          <a:prstGeom prst="roundRect">
            <a:avLst>
              <a:gd name="adj" fmla="val 50000"/>
            </a:avLst>
          </a:prstGeom>
          <a:solidFill>
            <a:srgbClr val="EBF0F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lIns="109728" tIns="0" rIns="109728" bIns="0" numCol="1" spcCol="0" rtlCol="0" fromWordArt="0" anchor="ctr" anchorCtr="0" forceAA="0" compatLnSpc="1">
            <a:noAutofit/>
          </a:bodyPr>
          <a:lstStyle/>
          <a:p>
            <a:pPr lvl="0" indent="0" algn="l" fontAlgn="auto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</a:pPr>
            <a:r>
              <a:rPr lang="en-US" altLang="en-US" sz="1000" b="0">
                <a:solidFill>
                  <a:srgbClr val="1F2329"/>
                </a:solidFill>
                <a:latin typeface="微软雅黑"/>
                <a:ea typeface="微软雅黑"/>
                <a:cs typeface="微软雅黑"/>
                <a:sym typeface="+mn-ea"/>
              </a:rPr>
              <a:t>每笔收款与系统逐笔核对</a:t>
            </a:r>
            <a:endParaRPr lang="en-US" altLang="en-US" sz="1600">
              <a:solidFill>
                <a:schemeClr val="tx1">
                  <a:lumMod val="85000"/>
                  <a:lumOff val="15000"/>
                </a:schemeClr>
              </a:solidFill>
              <a:sym typeface="+mn-ea"/>
            </a:endParaRPr>
          </a:p>
          <a:p>
            <a:pPr lvl="0" indent="0" algn="l" fontAlgn="auto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</a:pPr>
            <a:r>
              <a:rPr lang="zh-CN" altLang="en-US" sz="800" b="0">
                <a:solidFill>
                  <a:srgbClr val="6E8299"/>
                </a:solidFill>
                <a:latin typeface="微软雅黑"/>
                <a:ea typeface="微软雅黑"/>
                <a:cs typeface="微软雅黑"/>
                <a:sym typeface="+mn-ea"/>
              </a:rPr>
              <a:t>Reconcile every payment against the system</a:t>
            </a:r>
            <a:endParaRPr lang="zh-CN" altLang="en-US" sz="1150">
              <a:solidFill>
                <a:srgbClr val="6E8299"/>
              </a:solidFill>
              <a:latin typeface="+mn-ea"/>
              <a:cs typeface="+mn-ea"/>
              <a:sym typeface="+mn-ea"/>
            </a:endParaRPr>
          </a:p>
        </p:txBody>
      </p:sp>
      <p:sp>
        <p:nvSpPr>
          <p:cNvPr id="70" name="圆角矩形 35"/>
          <p:cNvSpPr/>
          <p:nvPr/>
        </p:nvSpPr>
        <p:spPr>
          <a:xfrm>
            <a:off x="603504" y="3479292"/>
            <a:ext cx="2743200" cy="44348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solidFill>
              <a:schemeClr val="accent1">
                <a:lumMod val="20000"/>
                <a:lumOff val="80000"/>
              </a:schemeClr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46304" tIns="0" rIns="146304" bIns="0" rtlCol="0" anchor="ctr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en-US" sz="700" b="0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+mn-ea"/>
              </a:rPr>
              <a:t>Redeem Right</a:t>
            </a:r>
            <a:endParaRPr lang="zh-CN" altLang="en-US" sz="950">
              <a:solidFill>
                <a:schemeClr val="lt1">
                  <a:lumMod val="100000"/>
                </a:schemeClr>
              </a:solidFill>
              <a:latin typeface="+mn-ea"/>
              <a:cs typeface="+mn-ea"/>
              <a:sym typeface="+mn-ea"/>
            </a:endParaRP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en-US" sz="850" b="1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+mn-ea"/>
              </a:rPr>
              <a:t>核销规范</a:t>
            </a:r>
            <a:endParaRPr lang="zh-CN" altLang="en-US" sz="950">
              <a:solidFill>
                <a:schemeClr val="lt1">
                  <a:lumMod val="100000"/>
                </a:schemeClr>
              </a:solidFill>
              <a:latin typeface="+mn-ea"/>
              <a:cs typeface="+mn-ea"/>
              <a:sym typeface="+mn-ea"/>
            </a:endParaRPr>
          </a:p>
        </p:txBody>
      </p:sp>
      <p:sp>
        <p:nvSpPr>
          <p:cNvPr id="69" name="圆角矩形 6"/>
          <p:cNvSpPr/>
          <p:nvPr/>
        </p:nvSpPr>
        <p:spPr>
          <a:xfrm>
            <a:off x="3474720" y="3461004"/>
            <a:ext cx="4142232" cy="480060"/>
          </a:xfrm>
          <a:prstGeom prst="roundRect">
            <a:avLst>
              <a:gd name="adj" fmla="val 50000"/>
            </a:avLst>
          </a:prstGeom>
          <a:solidFill>
            <a:srgbClr val="EBF0F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lIns="109728" tIns="0" rIns="109728" bIns="0" numCol="1" spcCol="0" rtlCol="0" fromWordArt="0" anchor="ctr" anchorCtr="0" forceAA="0" compatLnSpc="1">
            <a:noAutofit/>
          </a:bodyPr>
          <a:lstStyle/>
          <a:p>
            <a:pPr lvl="0" indent="0" algn="l" fontAlgn="auto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</a:pPr>
            <a:r>
              <a:rPr lang="en-US" altLang="en-US" sz="1000" b="0">
                <a:solidFill>
                  <a:srgbClr val="1F2329"/>
                </a:solidFill>
                <a:latin typeface="微软雅黑"/>
                <a:ea typeface="微软雅黑"/>
                <a:cs typeface="微软雅黑"/>
                <a:sym typeface="+mn-ea"/>
              </a:rPr>
              <a:t>套餐与优惠券正确核销</a:t>
            </a:r>
            <a:endParaRPr lang="en-US" altLang="en-US" sz="1600">
              <a:solidFill>
                <a:schemeClr val="tx1">
                  <a:lumMod val="85000"/>
                  <a:lumOff val="15000"/>
                </a:schemeClr>
              </a:solidFill>
              <a:sym typeface="+mn-ea"/>
            </a:endParaRPr>
          </a:p>
          <a:p>
            <a:pPr lvl="0" indent="0" algn="l" fontAlgn="auto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</a:pPr>
            <a:r>
              <a:rPr lang="zh-CN" altLang="en-US" sz="800" b="0">
                <a:solidFill>
                  <a:srgbClr val="6E8299"/>
                </a:solidFill>
                <a:latin typeface="微软雅黑"/>
                <a:ea typeface="微软雅黑"/>
                <a:cs typeface="微软雅黑"/>
                <a:sym typeface="+mn-ea"/>
              </a:rPr>
              <a:t>Redeem packages and vouchers correctly</a:t>
            </a:r>
            <a:endParaRPr lang="zh-CN" altLang="en-US" sz="1150">
              <a:solidFill>
                <a:srgbClr val="6E8299"/>
              </a:solidFill>
              <a:latin typeface="+mn-ea"/>
              <a:cs typeface="+mn-ea"/>
              <a:sym typeface="+mn-ea"/>
            </a:endParaRP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9" name="AutoShape 2"/>
          <p:cNvSpPr/>
          <p:nvPr/>
        </p:nvSpPr>
        <p:spPr>
          <a:xfrm>
            <a:off x="0" y="0"/>
            <a:ext cx="8812221" cy="566928"/>
          </a:xfrm>
          <a:prstGeom prst="roundRect">
            <a:avLst>
              <a:gd name="adj" fmla="val 0"/>
            </a:avLst>
          </a:prstGeom>
          <a:solidFill>
            <a:srgbClr val="ED1C29">
              <a:alpha val="100000"/>
            </a:srgbClr>
          </a:solidFill>
          <a:ln w="25400">
            <a:noFill/>
            <a:prstDash val="solid"/>
          </a:ln>
        </p:spPr>
        <p:txBody>
          <a:bodyPr lIns="63500" tIns="63500" rIns="63500" bIns="635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/>
            </a:pPr>
            <a:endParaRPr sz="1055" kern="0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80" name="AutoShape 3"/>
          <p:cNvSpPr/>
          <p:nvPr/>
        </p:nvSpPr>
        <p:spPr>
          <a:xfrm>
            <a:off x="8249792" y="0"/>
            <a:ext cx="2762864" cy="566928"/>
          </a:xfrm>
          <a:prstGeom prst="parallelogram">
            <a:avLst/>
          </a:prstGeom>
          <a:solidFill>
            <a:srgbClr val="005AA9">
              <a:alpha val="100000"/>
            </a:srgbClr>
          </a:solidFill>
          <a:ln w="25400">
            <a:noFill/>
            <a:prstDash val="solid"/>
          </a:ln>
        </p:spPr>
        <p:txBody>
          <a:bodyPr lIns="63500" tIns="63500" rIns="63500" bIns="635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/>
            </a:pPr>
            <a:endParaRPr sz="1055" kern="0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81" name="AutoShape 4"/>
          <p:cNvSpPr/>
          <p:nvPr/>
        </p:nvSpPr>
        <p:spPr>
          <a:xfrm>
            <a:off x="8588375" y="0"/>
            <a:ext cx="3603625" cy="566928"/>
          </a:xfrm>
          <a:prstGeom prst="roundRect">
            <a:avLst>
              <a:gd name="adj" fmla="val 0"/>
            </a:avLst>
          </a:prstGeom>
          <a:solidFill>
            <a:srgbClr val="005AA9">
              <a:alpha val="100000"/>
            </a:srgbClr>
          </a:solidFill>
          <a:ln w="25400">
            <a:noFill/>
            <a:prstDash val="solid"/>
          </a:ln>
        </p:spPr>
        <p:txBody>
          <a:bodyPr lIns="63500" tIns="63500" rIns="63500" bIns="635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/>
            </a:pPr>
            <a:endParaRPr sz="1055" kern="0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pic>
        <p:nvPicPr>
          <p:cNvPr id="82" name="Picture 5"/>
          <p:cNvPicPr>
            <a:picLocks noChangeAspect="1"/>
          </p:cNvPicPr>
          <p:nvPr/>
        </p:nvPicPr>
        <p:blipFill>
          <a:blip r:embed="rId3"/>
          <a:srcRect t="36978" b="45732"/>
          <a:stretch>
            <a:fillRect/>
          </a:stretch>
        </p:blipFill>
        <p:spPr>
          <a:xfrm>
            <a:off x="9364524" y="139920"/>
            <a:ext cx="1549829" cy="267948"/>
          </a:xfrm>
          <a:prstGeom prst="roundRect">
            <a:avLst>
              <a:gd name="adj" fmla="val 0"/>
            </a:avLst>
          </a:prstGeom>
          <a:ln>
            <a:noFill/>
            <a:prstDash val="solid"/>
          </a:ln>
        </p:spPr>
      </p:pic>
      <p:sp>
        <p:nvSpPr>
          <p:cNvPr id="83" name="AutoShape 1"/>
          <p:cNvSpPr/>
          <p:nvPr/>
        </p:nvSpPr>
        <p:spPr>
          <a:xfrm>
            <a:off x="0" y="6473952"/>
            <a:ext cx="8812221" cy="384048"/>
          </a:xfrm>
          <a:prstGeom prst="roundRect">
            <a:avLst>
              <a:gd name="adj" fmla="val 0"/>
            </a:avLst>
          </a:prstGeom>
          <a:solidFill>
            <a:srgbClr val="ED1C29">
              <a:alpha val="100000"/>
            </a:srgbClr>
          </a:solidFill>
          <a:ln w="25400">
            <a:noFill/>
            <a:prstDash val="solid"/>
          </a:ln>
        </p:spPr>
        <p:txBody>
          <a:bodyPr lIns="63500" tIns="63500" rIns="63500" bIns="635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/>
            </a:pPr>
            <a:endParaRPr sz="1010" kern="0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84" name="AutoShape 2"/>
          <p:cNvSpPr/>
          <p:nvPr/>
        </p:nvSpPr>
        <p:spPr>
          <a:xfrm>
            <a:off x="665034" y="6569556"/>
            <a:ext cx="4749800" cy="192841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0" tIns="6350" rIns="0" bIns="0" rtlCol="0" anchor="t">
            <a:spAutoFit/>
          </a:bodyPr>
          <a:lstStyle/>
          <a:p>
            <a:pPr marL="1270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230" b="0" i="0" u="none" strike="noStrike" kern="0">
                <a:solidFill>
                  <a:srgbClr val="FFFFFF"/>
                </a:solidFill>
                <a:latin typeface="Arial" panose="020B0604020202020204"/>
                <a:ea typeface="微软雅黑" panose="020B0503020204020204" charset="-122"/>
                <a:cs typeface="Inter 18pt SemiBold"/>
                <a:sym typeface="Inter 18pt SemiBold"/>
              </a:rPr>
              <a:t>Your Neighbourhood Auto Care Expert</a:t>
            </a:r>
            <a:endParaRPr lang="en-US" sz="1230" b="0" i="0" u="none" strike="noStrike" kern="0">
              <a:solidFill>
                <a:srgbClr val="FFFFFF"/>
              </a:solidFill>
              <a:latin typeface="Arial" panose="020B0604020202020204"/>
              <a:ea typeface="微软雅黑" panose="020B0503020204020204" charset="-122"/>
              <a:cs typeface="Inter 18pt SemiBold"/>
              <a:sym typeface="Inter 18pt SemiBold"/>
            </a:endParaRPr>
          </a:p>
        </p:txBody>
      </p:sp>
      <p:sp>
        <p:nvSpPr>
          <p:cNvPr id="85" name="AutoShape 3"/>
          <p:cNvSpPr/>
          <p:nvPr/>
        </p:nvSpPr>
        <p:spPr>
          <a:xfrm>
            <a:off x="8249792" y="6473952"/>
            <a:ext cx="2762864" cy="384048"/>
          </a:xfrm>
          <a:prstGeom prst="parallelogram">
            <a:avLst/>
          </a:prstGeom>
          <a:solidFill>
            <a:srgbClr val="005AA9">
              <a:alpha val="100000"/>
            </a:srgbClr>
          </a:solidFill>
          <a:ln w="25400">
            <a:noFill/>
            <a:prstDash val="solid"/>
          </a:ln>
        </p:spPr>
        <p:txBody>
          <a:bodyPr lIns="63500" tIns="63500" rIns="63500" bIns="635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/>
            </a:pPr>
            <a:endParaRPr sz="1010" kern="0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86" name="AutoShape 4"/>
          <p:cNvSpPr/>
          <p:nvPr/>
        </p:nvSpPr>
        <p:spPr>
          <a:xfrm>
            <a:off x="8588375" y="6473952"/>
            <a:ext cx="3603625" cy="384048"/>
          </a:xfrm>
          <a:prstGeom prst="roundRect">
            <a:avLst>
              <a:gd name="adj" fmla="val 0"/>
            </a:avLst>
          </a:prstGeom>
          <a:solidFill>
            <a:srgbClr val="005AA9">
              <a:alpha val="100000"/>
            </a:srgbClr>
          </a:solidFill>
          <a:ln w="25400">
            <a:noFill/>
            <a:prstDash val="solid"/>
          </a:ln>
        </p:spPr>
        <p:txBody>
          <a:bodyPr lIns="63500" tIns="63500" rIns="63500" bIns="635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/>
            </a:pPr>
            <a:endParaRPr sz="1010" kern="0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87" name="AutoShape 6"/>
          <p:cNvSpPr/>
          <p:nvPr/>
        </p:nvSpPr>
        <p:spPr>
          <a:xfrm>
            <a:off x="8936037" y="6569556"/>
            <a:ext cx="2908300" cy="192841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0" tIns="6350" rIns="0" bIns="0" rtlCol="0" anchor="t">
            <a:spAutoFit/>
          </a:bodyPr>
          <a:lstStyle/>
          <a:p>
            <a:pPr marL="1270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230" b="0" i="0" u="none" strike="noStrike" kern="0">
                <a:solidFill>
                  <a:srgbClr val="FFFFFF"/>
                </a:solidFill>
                <a:latin typeface="Arial" panose="020B0604020202020204"/>
                <a:ea typeface="微软雅黑" panose="020B0503020204020204" charset="-122"/>
                <a:cs typeface="Inter 18pt SemiBold"/>
                <a:sym typeface="Inter 18pt SemiBold"/>
                <a:hlinkClick r:id="rId3" tooltip="https://www.servauto.com.my/"/>
              </a:rPr>
              <a:t>www.servauto.com.my</a:t>
            </a:r>
            <a:endParaRPr lang="en-US" sz="1230" b="0" i="0" u="none" strike="noStrike" kern="0">
              <a:solidFill>
                <a:srgbClr val="FFFFFF"/>
              </a:solidFill>
              <a:latin typeface="Arial" panose="020B0604020202020204"/>
              <a:ea typeface="微软雅黑" panose="020B0503020204020204" charset="-122"/>
              <a:cs typeface="Inter 18pt SemiBold"/>
              <a:sym typeface="Inter 18pt SemiBold"/>
              <a:hlinkClick r:id="rId3" tooltip="https://www.servauto.com.my/"/>
            </a:endParaRPr>
          </a:p>
        </p:txBody>
      </p:sp>
      <p:sp>
        <p:nvSpPr>
          <p:cNvPr id="88" name="TextBox 87"/>
          <p:cNvSpPr txBox="1"/>
          <p:nvPr/>
        </p:nvSpPr>
        <p:spPr>
          <a:xfrm>
            <a:off x="667512" y="82296"/>
            <a:ext cx="841248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ServAuto 服务顾问培训 | Service Advisor Training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12648" y="585216"/>
            <a:ext cx="1097280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500" b="1">
                <a:solidFill>
                  <a:srgbClr val="0B1D35"/>
                </a:solidFill>
                <a:latin typeface="微软雅黑"/>
                <a:ea typeface="微软雅黑"/>
                <a:cs typeface="微软雅黑"/>
              </a:rPr>
              <a:t>Payment Methods in Malaysia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612648" y="1060704"/>
            <a:ext cx="10972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6E8299"/>
                </a:solidFill>
                <a:latin typeface="微软雅黑"/>
                <a:ea typeface="微软雅黑"/>
                <a:cs typeface="微软雅黑"/>
              </a:rPr>
              <a:t>马来西亚门店收款方式</a:t>
            </a:r>
          </a:p>
        </p:txBody>
      </p:sp>
      <p:sp>
        <p:nvSpPr>
          <p:cNvPr id="91" name="Rectangle 90"/>
          <p:cNvSpPr/>
          <p:nvPr/>
        </p:nvSpPr>
        <p:spPr>
          <a:xfrm>
            <a:off x="612648" y="1682496"/>
            <a:ext cx="10972800" cy="29260"/>
          </a:xfrm>
          <a:prstGeom prst="rect">
            <a:avLst/>
          </a:prstGeom>
          <a:solidFill>
            <a:srgbClr val="ED1C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ounded Rectangle 91"/>
          <p:cNvSpPr/>
          <p:nvPr/>
        </p:nvSpPr>
        <p:spPr>
          <a:xfrm>
            <a:off x="640080" y="1792224"/>
            <a:ext cx="5394960" cy="438912"/>
          </a:xfrm>
          <a:prstGeom prst="roundRect">
            <a:avLst>
              <a:gd name="adj" fmla="val 16000"/>
            </a:avLst>
          </a:prstGeom>
          <a:solidFill>
            <a:srgbClr val="005A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786384" y="1819656"/>
            <a:ext cx="510235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现金与电子钱包  |  Cash &amp; e-Wallets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640080" y="2340864"/>
            <a:ext cx="5394960" cy="896112"/>
          </a:xfrm>
          <a:prstGeom prst="roundRect">
            <a:avLst>
              <a:gd name="adj" fmla="val 10000"/>
            </a:avLst>
          </a:prstGeom>
          <a:solidFill>
            <a:srgbClr val="EB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640080" y="2340864"/>
            <a:ext cx="45720" cy="896112"/>
          </a:xfrm>
          <a:prstGeom prst="rect">
            <a:avLst/>
          </a:prstGeom>
          <a:solidFill>
            <a:srgbClr val="ED1C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795528" y="2377440"/>
            <a:ext cx="36576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ED1C29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207007" y="2377440"/>
            <a:ext cx="468172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1">
                <a:solidFill>
                  <a:srgbClr val="0B1D35"/>
                </a:solidFill>
                <a:latin typeface="微软雅黑"/>
                <a:ea typeface="微软雅黑"/>
                <a:cs typeface="微软雅黑"/>
              </a:rPr>
              <a:t>现金  /  Cash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207007" y="2660903"/>
            <a:ext cx="4663440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1F2329"/>
                </a:solidFill>
                <a:latin typeface="微软雅黑"/>
                <a:ea typeface="微软雅黑"/>
                <a:cs typeface="微软雅黑"/>
              </a:rPr>
              <a:t>现金 —— 当面点清、双人复核</a:t>
            </a:r>
          </a:p>
          <a:p>
            <a:pPr algn="l">
              <a:lnSpc>
                <a:spcPct val="106000"/>
              </a:lnSpc>
              <a:spcBef>
                <a:spcPts val="100"/>
              </a:spcBef>
            </a:pPr>
            <a:r>
              <a:rPr sz="780" b="0">
                <a:solidFill>
                  <a:srgbClr val="6E8299"/>
                </a:solidFill>
                <a:latin typeface="微软雅黑"/>
                <a:ea typeface="微软雅黑"/>
                <a:cs typeface="微软雅黑"/>
              </a:rPr>
              <a:t>Cash - count twice, in front of the customer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640080" y="3310128"/>
            <a:ext cx="5394960" cy="896112"/>
          </a:xfrm>
          <a:prstGeom prst="roundRect">
            <a:avLst>
              <a:gd name="adj" fmla="val 10000"/>
            </a:avLst>
          </a:prstGeom>
          <a:solidFill>
            <a:srgbClr val="EB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640080" y="3310128"/>
            <a:ext cx="45720" cy="896112"/>
          </a:xfrm>
          <a:prstGeom prst="rect">
            <a:avLst/>
          </a:prstGeom>
          <a:solidFill>
            <a:srgbClr val="ED1C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795528" y="3346704"/>
            <a:ext cx="36576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ED1C29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207007" y="3346704"/>
            <a:ext cx="468172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1">
                <a:solidFill>
                  <a:srgbClr val="0B1D35"/>
                </a:solidFill>
                <a:latin typeface="微软雅黑"/>
                <a:ea typeface="微软雅黑"/>
                <a:cs typeface="微软雅黑"/>
              </a:rPr>
              <a:t>DuitNow QR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207007" y="3630168"/>
            <a:ext cx="4663440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1F2329"/>
                </a:solidFill>
                <a:latin typeface="微软雅黑"/>
                <a:ea typeface="微软雅黑"/>
                <a:cs typeface="微软雅黑"/>
              </a:rPr>
              <a:t>DuitNow QR —— 国民二维码标准</a:t>
            </a:r>
          </a:p>
          <a:p>
            <a:pPr algn="l">
              <a:lnSpc>
                <a:spcPct val="106000"/>
              </a:lnSpc>
              <a:spcBef>
                <a:spcPts val="100"/>
              </a:spcBef>
            </a:pPr>
            <a:r>
              <a:rPr sz="780" b="0">
                <a:solidFill>
                  <a:srgbClr val="6E8299"/>
                </a:solidFill>
                <a:latin typeface="微软雅黑"/>
                <a:ea typeface="微软雅黑"/>
                <a:cs typeface="微软雅黑"/>
              </a:rPr>
              <a:t>DuitNow QR - the national QR standard</a:t>
            </a:r>
          </a:p>
        </p:txBody>
      </p:sp>
      <p:sp>
        <p:nvSpPr>
          <p:cNvPr id="104" name="Rounded Rectangle 103"/>
          <p:cNvSpPr/>
          <p:nvPr/>
        </p:nvSpPr>
        <p:spPr>
          <a:xfrm>
            <a:off x="640080" y="4279392"/>
            <a:ext cx="5394960" cy="896112"/>
          </a:xfrm>
          <a:prstGeom prst="roundRect">
            <a:avLst>
              <a:gd name="adj" fmla="val 10000"/>
            </a:avLst>
          </a:prstGeom>
          <a:solidFill>
            <a:srgbClr val="EB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640080" y="4279392"/>
            <a:ext cx="45720" cy="896112"/>
          </a:xfrm>
          <a:prstGeom prst="rect">
            <a:avLst/>
          </a:prstGeom>
          <a:solidFill>
            <a:srgbClr val="ED1C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795528" y="4315968"/>
            <a:ext cx="36576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ED1C29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1207007" y="4315968"/>
            <a:ext cx="468172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1">
                <a:solidFill>
                  <a:srgbClr val="0B1D35"/>
                </a:solidFill>
                <a:latin typeface="微软雅黑"/>
                <a:ea typeface="微软雅黑"/>
                <a:cs typeface="微软雅黑"/>
              </a:rPr>
              <a:t>Touch 'n Go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207007" y="4599431"/>
            <a:ext cx="4663440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1F2329"/>
                </a:solidFill>
                <a:latin typeface="微软雅黑"/>
                <a:ea typeface="微软雅黑"/>
                <a:cs typeface="微软雅黑"/>
              </a:rPr>
              <a:t>Touch 'n Go 电子钱包</a:t>
            </a:r>
          </a:p>
          <a:p>
            <a:pPr algn="l">
              <a:lnSpc>
                <a:spcPct val="106000"/>
              </a:lnSpc>
              <a:spcBef>
                <a:spcPts val="100"/>
              </a:spcBef>
            </a:pPr>
            <a:r>
              <a:rPr sz="780" b="0">
                <a:solidFill>
                  <a:srgbClr val="6E8299"/>
                </a:solidFill>
                <a:latin typeface="微软雅黑"/>
                <a:ea typeface="微软雅黑"/>
                <a:cs typeface="微软雅黑"/>
              </a:rPr>
              <a:t>Touch 'n Go eWallet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640080" y="5248656"/>
            <a:ext cx="5394960" cy="896112"/>
          </a:xfrm>
          <a:prstGeom prst="roundRect">
            <a:avLst>
              <a:gd name="adj" fmla="val 10000"/>
            </a:avLst>
          </a:prstGeom>
          <a:solidFill>
            <a:srgbClr val="EB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640080" y="5248656"/>
            <a:ext cx="45720" cy="896112"/>
          </a:xfrm>
          <a:prstGeom prst="rect">
            <a:avLst/>
          </a:prstGeom>
          <a:solidFill>
            <a:srgbClr val="ED1C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795528" y="5285232"/>
            <a:ext cx="36576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ED1C29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207007" y="5285232"/>
            <a:ext cx="468172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1">
                <a:solidFill>
                  <a:srgbClr val="0B1D35"/>
                </a:solidFill>
                <a:latin typeface="微软雅黑"/>
                <a:ea typeface="微软雅黑"/>
                <a:cs typeface="微软雅黑"/>
              </a:rPr>
              <a:t>GrabPay 等  /  GrabPay &amp; Others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207007" y="5568696"/>
            <a:ext cx="4663440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1F2329"/>
                </a:solidFill>
                <a:latin typeface="微软雅黑"/>
                <a:ea typeface="微软雅黑"/>
                <a:cs typeface="微软雅黑"/>
              </a:rPr>
              <a:t>GrabPay / ShopeePay / Boost</a:t>
            </a:r>
          </a:p>
          <a:p>
            <a:pPr algn="l">
              <a:lnSpc>
                <a:spcPct val="106000"/>
              </a:lnSpc>
              <a:spcBef>
                <a:spcPts val="100"/>
              </a:spcBef>
            </a:pPr>
            <a:r>
              <a:rPr sz="780" b="0">
                <a:solidFill>
                  <a:srgbClr val="6E8299"/>
                </a:solidFill>
                <a:latin typeface="微软雅黑"/>
                <a:ea typeface="微软雅黑"/>
                <a:cs typeface="微软雅黑"/>
              </a:rPr>
              <a:t>GrabPay / ShopeePay / Boost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6309360" y="1792224"/>
            <a:ext cx="5394960" cy="438912"/>
          </a:xfrm>
          <a:prstGeom prst="roundRect">
            <a:avLst>
              <a:gd name="adj" fmla="val 16000"/>
            </a:avLst>
          </a:prstGeom>
          <a:solidFill>
            <a:srgbClr val="005A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6455664" y="1819656"/>
            <a:ext cx="510235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卡与分期  |  Cards &amp; Instalments</a:t>
            </a:r>
          </a:p>
        </p:txBody>
      </p:sp>
      <p:sp>
        <p:nvSpPr>
          <p:cNvPr id="116" name="Rounded Rectangle 115"/>
          <p:cNvSpPr/>
          <p:nvPr/>
        </p:nvSpPr>
        <p:spPr>
          <a:xfrm>
            <a:off x="6309360" y="2340864"/>
            <a:ext cx="5394960" cy="896112"/>
          </a:xfrm>
          <a:prstGeom prst="roundRect">
            <a:avLst>
              <a:gd name="adj" fmla="val 10000"/>
            </a:avLst>
          </a:prstGeom>
          <a:solidFill>
            <a:srgbClr val="EB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6309360" y="2340864"/>
            <a:ext cx="45720" cy="896112"/>
          </a:xfrm>
          <a:prstGeom prst="rect">
            <a:avLst/>
          </a:prstGeom>
          <a:solidFill>
            <a:srgbClr val="ED1C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6464808" y="2377440"/>
            <a:ext cx="36576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ED1C29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6876288" y="2377440"/>
            <a:ext cx="468172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1">
                <a:solidFill>
                  <a:srgbClr val="0B1D35"/>
                </a:solidFill>
                <a:latin typeface="微软雅黑"/>
                <a:ea typeface="微软雅黑"/>
                <a:cs typeface="微软雅黑"/>
              </a:rPr>
              <a:t>银行卡  /  Debit &amp; Credit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6876288" y="2660903"/>
            <a:ext cx="4663440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1F2329"/>
                </a:solidFill>
                <a:latin typeface="微软雅黑"/>
                <a:ea typeface="微软雅黑"/>
                <a:cs typeface="微软雅黑"/>
              </a:rPr>
              <a:t>MyDebit、Visa 与 Mastercard</a:t>
            </a:r>
          </a:p>
          <a:p>
            <a:pPr algn="l">
              <a:lnSpc>
                <a:spcPct val="106000"/>
              </a:lnSpc>
              <a:spcBef>
                <a:spcPts val="100"/>
              </a:spcBef>
            </a:pPr>
            <a:r>
              <a:rPr sz="780" b="0">
                <a:solidFill>
                  <a:srgbClr val="6E8299"/>
                </a:solidFill>
                <a:latin typeface="微软雅黑"/>
                <a:ea typeface="微软雅黑"/>
                <a:cs typeface="微软雅黑"/>
              </a:rPr>
              <a:t>MyDebit, Visa and Mastercard</a:t>
            </a:r>
          </a:p>
        </p:txBody>
      </p:sp>
      <p:sp>
        <p:nvSpPr>
          <p:cNvPr id="121" name="Rounded Rectangle 120"/>
          <p:cNvSpPr/>
          <p:nvPr/>
        </p:nvSpPr>
        <p:spPr>
          <a:xfrm>
            <a:off x="6309360" y="3310128"/>
            <a:ext cx="5394960" cy="896112"/>
          </a:xfrm>
          <a:prstGeom prst="roundRect">
            <a:avLst>
              <a:gd name="adj" fmla="val 10000"/>
            </a:avLst>
          </a:prstGeom>
          <a:solidFill>
            <a:srgbClr val="EB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6309360" y="3310128"/>
            <a:ext cx="45720" cy="896112"/>
          </a:xfrm>
          <a:prstGeom prst="rect">
            <a:avLst/>
          </a:prstGeom>
          <a:solidFill>
            <a:srgbClr val="ED1C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6464808" y="3346704"/>
            <a:ext cx="36576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ED1C29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6876288" y="3346704"/>
            <a:ext cx="468172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1">
                <a:solidFill>
                  <a:srgbClr val="0B1D35"/>
                </a:solidFill>
                <a:latin typeface="微软雅黑"/>
                <a:ea typeface="微软雅黑"/>
                <a:cs typeface="微软雅黑"/>
              </a:rPr>
              <a:t>先买后付  /  BNPL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6876288" y="3630168"/>
            <a:ext cx="4663440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1F2329"/>
                </a:solidFill>
                <a:latin typeface="微软雅黑"/>
                <a:ea typeface="微软雅黑"/>
                <a:cs typeface="微软雅黑"/>
              </a:rPr>
              <a:t>先买后付分期：Atome / Grab PayLater / SPayLater</a:t>
            </a:r>
          </a:p>
          <a:p>
            <a:pPr algn="l">
              <a:lnSpc>
                <a:spcPct val="106000"/>
              </a:lnSpc>
              <a:spcBef>
                <a:spcPts val="100"/>
              </a:spcBef>
            </a:pPr>
            <a:r>
              <a:rPr sz="780" b="0">
                <a:solidFill>
                  <a:srgbClr val="6E8299"/>
                </a:solidFill>
                <a:latin typeface="微软雅黑"/>
                <a:ea typeface="微软雅黑"/>
                <a:cs typeface="微软雅黑"/>
              </a:rPr>
              <a:t>BNPL: Atome, Grab PayLater, SPayLater</a:t>
            </a:r>
          </a:p>
        </p:txBody>
      </p:sp>
      <p:sp>
        <p:nvSpPr>
          <p:cNvPr id="126" name="Rounded Rectangle 125"/>
          <p:cNvSpPr/>
          <p:nvPr/>
        </p:nvSpPr>
        <p:spPr>
          <a:xfrm>
            <a:off x="6309360" y="4279392"/>
            <a:ext cx="5394960" cy="896112"/>
          </a:xfrm>
          <a:prstGeom prst="roundRect">
            <a:avLst>
              <a:gd name="adj" fmla="val 10000"/>
            </a:avLst>
          </a:prstGeom>
          <a:solidFill>
            <a:srgbClr val="EB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6309360" y="4279392"/>
            <a:ext cx="45720" cy="896112"/>
          </a:xfrm>
          <a:prstGeom prst="rect">
            <a:avLst/>
          </a:prstGeom>
          <a:solidFill>
            <a:srgbClr val="ED1C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6464808" y="4315968"/>
            <a:ext cx="36576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ED1C29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876288" y="4315968"/>
            <a:ext cx="468172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1">
                <a:solidFill>
                  <a:srgbClr val="0B1D35"/>
                </a:solidFill>
                <a:latin typeface="微软雅黑"/>
                <a:ea typeface="微软雅黑"/>
                <a:cs typeface="微软雅黑"/>
              </a:rPr>
              <a:t>屏幕到账为准  /  Confirm on Screen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6876288" y="4599431"/>
            <a:ext cx="4663440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1F2329"/>
                </a:solidFill>
                <a:latin typeface="微软雅黑"/>
                <a:ea typeface="微软雅黑"/>
                <a:cs typeface="微软雅黑"/>
              </a:rPr>
              <a:t>必须以屏幕到账确认为准</a:t>
            </a:r>
          </a:p>
          <a:p>
            <a:pPr algn="l">
              <a:lnSpc>
                <a:spcPct val="106000"/>
              </a:lnSpc>
              <a:spcBef>
                <a:spcPts val="100"/>
              </a:spcBef>
            </a:pPr>
            <a:r>
              <a:rPr sz="780" b="0">
                <a:solidFill>
                  <a:srgbClr val="6E8299"/>
                </a:solidFill>
                <a:latin typeface="微软雅黑"/>
                <a:ea typeface="微软雅黑"/>
                <a:cs typeface="微软雅黑"/>
              </a:rPr>
              <a:t>Always confirm payment on the screen</a:t>
            </a:r>
          </a:p>
        </p:txBody>
      </p:sp>
      <p:sp>
        <p:nvSpPr>
          <p:cNvPr id="131" name="Rounded Rectangle 130"/>
          <p:cNvSpPr/>
          <p:nvPr/>
        </p:nvSpPr>
        <p:spPr>
          <a:xfrm>
            <a:off x="6309360" y="5248656"/>
            <a:ext cx="5394960" cy="896112"/>
          </a:xfrm>
          <a:prstGeom prst="roundRect">
            <a:avLst>
              <a:gd name="adj" fmla="val 10000"/>
            </a:avLst>
          </a:prstGeom>
          <a:solidFill>
            <a:srgbClr val="EB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Rectangle 131"/>
          <p:cNvSpPr/>
          <p:nvPr/>
        </p:nvSpPr>
        <p:spPr>
          <a:xfrm>
            <a:off x="6309360" y="5248656"/>
            <a:ext cx="45720" cy="896112"/>
          </a:xfrm>
          <a:prstGeom prst="rect">
            <a:avLst/>
          </a:prstGeom>
          <a:solidFill>
            <a:srgbClr val="ED1C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6464808" y="5285232"/>
            <a:ext cx="36576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ED1C29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6876288" y="5285232"/>
            <a:ext cx="468172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1">
                <a:solidFill>
                  <a:srgbClr val="0B1D35"/>
                </a:solidFill>
                <a:latin typeface="微软雅黑"/>
                <a:ea typeface="微软雅黑"/>
                <a:cs typeface="微软雅黑"/>
              </a:rPr>
              <a:t>分期条款  /  Instalment Terms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6876288" y="5568696"/>
            <a:ext cx="4663440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1F2329"/>
                </a:solidFill>
                <a:latin typeface="微软雅黑"/>
                <a:ea typeface="微软雅黑"/>
                <a:cs typeface="微软雅黑"/>
              </a:rPr>
              <a:t>分期条款须在下单前讲清</a:t>
            </a:r>
          </a:p>
          <a:p>
            <a:pPr algn="l">
              <a:lnSpc>
                <a:spcPct val="106000"/>
              </a:lnSpc>
              <a:spcBef>
                <a:spcPts val="100"/>
              </a:spcBef>
            </a:pPr>
            <a:r>
              <a:rPr sz="780" b="0">
                <a:solidFill>
                  <a:srgbClr val="6E8299"/>
                </a:solidFill>
                <a:latin typeface="微软雅黑"/>
                <a:ea typeface="微软雅黑"/>
                <a:cs typeface="微软雅黑"/>
              </a:rPr>
              <a:t>Explain instalment terms before signing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68" name="图片 3" descr="/data/temp/31c83b1c-a9fe-11f0-88da-76af0e732785.jpg@base@tag=imgScale&amp;m=1&amp;w=932&amp;h=1264&amp;q=9531c83b1c-a9fe-11f0-88da-76af0e732785"/>
          <p:cNvPicPr>
            <a:picLocks noChangeAspect="1"/>
          </p:cNvPicPr>
          <p:nvPr/>
        </p:nvPicPr>
        <p:blipFill>
          <a:blip r:embed="rId4"/>
          <a:srcRect l="13078" r="13157"/>
          <a:stretch>
            <a:fillRect/>
          </a:stretch>
        </p:blipFill>
        <p:spPr>
          <a:xfrm>
            <a:off x="8244205" y="1773936"/>
            <a:ext cx="3358515" cy="4480560"/>
          </a:xfrm>
          <a:prstGeom prst="round1Rect">
            <a:avLst>
              <a:gd name="adj" fmla="val 39814"/>
            </a:avLst>
          </a:prstGeom>
          <a:solidFill>
            <a:schemeClr val="accent1">
              <a:alpha val="15000"/>
            </a:schemeClr>
          </a:solidFill>
          <a:ln w="9525" cap="flat" cmpd="sng" algn="ctr">
            <a:solidFill>
              <a:schemeClr val="accent1">
                <a:lumMod val="100000"/>
                <a:alpha val="15000"/>
              </a:schemeClr>
            </a:solidFill>
            <a:prstDash val="solid"/>
            <a:round/>
            <a:headEnd type="none" w="med" len="med"/>
            <a:tailEnd type="none" w="med" len="med"/>
          </a:ln>
          <a:effectLst>
            <a:outerShdw blurRad="203200" dist="38100" dir="2700000" algn="tl" rotWithShape="0">
              <a:schemeClr val="accent1">
                <a:alpha val="60000"/>
              </a:schemeClr>
            </a:outerShdw>
          </a:effectLst>
        </p:spPr>
      </p:pic>
      <p:sp>
        <p:nvSpPr>
          <p:cNvPr id="69" name="圆角矩形 6"/>
          <p:cNvSpPr/>
          <p:nvPr/>
        </p:nvSpPr>
        <p:spPr>
          <a:xfrm>
            <a:off x="3474720" y="1773936"/>
            <a:ext cx="4142232" cy="817473"/>
          </a:xfrm>
          <a:prstGeom prst="roundRect">
            <a:avLst>
              <a:gd name="adj" fmla="val 50000"/>
            </a:avLst>
          </a:prstGeom>
          <a:solidFill>
            <a:srgbClr val="EBF0F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lIns="109728" tIns="0" rIns="109728" bIns="0" numCol="1" spcCol="0" rtlCol="0" fromWordArt="0" anchor="ctr" anchorCtr="0" forceAA="0" compatLnSpc="1">
            <a:noAutofit/>
          </a:bodyPr>
          <a:lstStyle/>
          <a:p>
            <a:pPr lvl="0" indent="0" algn="l" fontAlgn="auto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</a:pPr>
            <a:r>
              <a:rPr lang="en-US" altLang="en-US" sz="1200" b="0">
                <a:solidFill>
                  <a:srgbClr val="1F2329"/>
                </a:solidFill>
                <a:latin typeface="微软雅黑"/>
                <a:ea typeface="微软雅黑"/>
                <a:cs typeface="微软雅黑"/>
                <a:sym typeface="+mn-ea"/>
              </a:rPr>
              <a:t>一律竖屏 9:16，忌横屏</a:t>
            </a:r>
            <a:endParaRPr lang="en-US" altLang="en-US" sz="1600">
              <a:solidFill>
                <a:schemeClr val="tx1">
                  <a:lumMod val="85000"/>
                  <a:lumOff val="15000"/>
                </a:schemeClr>
              </a:solidFill>
              <a:sym typeface="+mn-ea"/>
            </a:endParaRPr>
          </a:p>
          <a:p>
            <a:pPr lvl="0" indent="0" algn="l" fontAlgn="auto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</a:pPr>
            <a:r>
              <a:rPr lang="zh-CN" altLang="en-US" sz="950" b="0">
                <a:solidFill>
                  <a:srgbClr val="6E8299"/>
                </a:solidFill>
                <a:latin typeface="微软雅黑"/>
                <a:ea typeface="微软雅黑"/>
                <a:cs typeface="微软雅黑"/>
                <a:sym typeface="+mn-ea"/>
              </a:rPr>
              <a:t>Shoot vertical 9:16 - never landscape</a:t>
            </a:r>
            <a:endParaRPr lang="zh-CN" altLang="en-US" sz="1150">
              <a:solidFill>
                <a:srgbClr val="6E8299"/>
              </a:solidFill>
              <a:latin typeface="+mn-ea"/>
              <a:cs typeface="+mn-ea"/>
              <a:sym typeface="+mn-ea"/>
            </a:endParaRPr>
          </a:p>
        </p:txBody>
      </p:sp>
      <p:sp>
        <p:nvSpPr>
          <p:cNvPr id="70" name="圆角矩形 35"/>
          <p:cNvSpPr/>
          <p:nvPr/>
        </p:nvSpPr>
        <p:spPr>
          <a:xfrm>
            <a:off x="603504" y="1844344"/>
            <a:ext cx="2743200" cy="67665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solidFill>
              <a:schemeClr val="accent1">
                <a:lumMod val="20000"/>
                <a:lumOff val="80000"/>
              </a:schemeClr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46304" tIns="0" rIns="146304" bIns="0" rtlCol="0" anchor="ctr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en-US" sz="800" b="0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+mn-ea"/>
              </a:rPr>
              <a:t>Vertical 9:16</a:t>
            </a:r>
            <a:endParaRPr lang="zh-CN" altLang="en-US" sz="950">
              <a:solidFill>
                <a:schemeClr val="lt1">
                  <a:lumMod val="100000"/>
                </a:schemeClr>
              </a:solidFill>
              <a:latin typeface="+mn-ea"/>
              <a:cs typeface="+mn-ea"/>
              <a:sym typeface="+mn-ea"/>
            </a:endParaRP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en-US" sz="950" b="1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+mn-ea"/>
              </a:rPr>
              <a:t>竖屏 9:16</a:t>
            </a:r>
            <a:endParaRPr lang="zh-CN" altLang="en-US" sz="950">
              <a:solidFill>
                <a:schemeClr val="lt1">
                  <a:lumMod val="100000"/>
                </a:schemeClr>
              </a:solidFill>
              <a:latin typeface="+mn-ea"/>
              <a:cs typeface="+mn-ea"/>
              <a:sym typeface="+mn-ea"/>
            </a:endParaRPr>
          </a:p>
        </p:txBody>
      </p:sp>
      <p:sp>
        <p:nvSpPr>
          <p:cNvPr id="71" name="圆角矩形 1"/>
          <p:cNvSpPr/>
          <p:nvPr/>
        </p:nvSpPr>
        <p:spPr>
          <a:xfrm>
            <a:off x="3474720" y="5373014"/>
            <a:ext cx="4142232" cy="817473"/>
          </a:xfrm>
          <a:prstGeom prst="roundRect">
            <a:avLst>
              <a:gd name="adj" fmla="val 50000"/>
            </a:avLst>
          </a:prstGeom>
          <a:solidFill>
            <a:srgbClr val="EBF0F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lIns="109728" tIns="0" rIns="109728" bIns="0" numCol="1" spcCol="0" rtlCol="0" fromWordArt="0" anchor="ctr" anchorCtr="0" forceAA="0" compatLnSpc="1">
            <a:noAutofit/>
          </a:bodyPr>
          <a:lstStyle/>
          <a:p>
            <a:pPr lvl="0" indent="0" algn="l" fontAlgn="auto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</a:pPr>
            <a:r>
              <a:rPr lang="en-US" altLang="en-US" sz="1200" b="0">
                <a:solidFill>
                  <a:srgbClr val="1F2329"/>
                </a:solidFill>
                <a:latin typeface="微软雅黑"/>
                <a:ea typeface="微软雅黑"/>
                <a:cs typeface="微软雅黑"/>
                <a:sym typeface="+mn-ea"/>
              </a:rPr>
              <a:t>出镜要求：自然、着工装、符合品牌形象</a:t>
            </a:r>
            <a:endParaRPr lang="en-US" altLang="en-US" sz="1600">
              <a:solidFill>
                <a:schemeClr val="tx1">
                  <a:lumMod val="85000"/>
                  <a:lumOff val="15000"/>
                </a:schemeClr>
              </a:solidFill>
              <a:sym typeface="+mn-ea"/>
            </a:endParaRPr>
          </a:p>
          <a:p>
            <a:pPr lvl="0" indent="0" algn="l" fontAlgn="auto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</a:pPr>
            <a:r>
              <a:rPr lang="zh-CN" altLang="en-US" sz="950" b="0">
                <a:solidFill>
                  <a:srgbClr val="6E8299"/>
                </a:solidFill>
                <a:latin typeface="微软雅黑"/>
                <a:ea typeface="微软雅黑"/>
                <a:cs typeface="微软雅黑"/>
                <a:sym typeface="+mn-ea"/>
              </a:rPr>
              <a:t>On camera: natural, in uniform, on brand</a:t>
            </a:r>
            <a:endParaRPr lang="zh-CN" altLang="en-US" sz="1150">
              <a:solidFill>
                <a:srgbClr val="6E8299"/>
              </a:solidFill>
              <a:latin typeface="+mn-ea"/>
              <a:cs typeface="+mn-ea"/>
              <a:sym typeface="+mn-ea"/>
            </a:endParaRPr>
          </a:p>
        </p:txBody>
      </p:sp>
      <p:sp>
        <p:nvSpPr>
          <p:cNvPr id="72" name="圆角矩形 4"/>
          <p:cNvSpPr/>
          <p:nvPr/>
        </p:nvSpPr>
        <p:spPr>
          <a:xfrm>
            <a:off x="3474720" y="4473244"/>
            <a:ext cx="4142232" cy="817473"/>
          </a:xfrm>
          <a:prstGeom prst="roundRect">
            <a:avLst>
              <a:gd name="adj" fmla="val 50000"/>
            </a:avLst>
          </a:prstGeom>
          <a:solidFill>
            <a:srgbClr val="EBF0F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lIns="109728" tIns="0" rIns="109728" bIns="0" numCol="1" spcCol="0" rtlCol="0" fromWordArt="0" anchor="ctr" anchorCtr="0" forceAA="0" compatLnSpc="1">
            <a:noAutofit/>
          </a:bodyPr>
          <a:lstStyle/>
          <a:p>
            <a:pPr lvl="0" indent="0" algn="l" fontAlgn="auto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</a:pPr>
            <a:r>
              <a:rPr lang="en-US" altLang="en-US" sz="1200" b="0">
                <a:solidFill>
                  <a:srgbClr val="1F2329"/>
                </a:solidFill>
                <a:latin typeface="微软雅黑"/>
                <a:ea typeface="微软雅黑"/>
                <a:cs typeface="微软雅黑"/>
                <a:sym typeface="+mn-ea"/>
              </a:rPr>
              <a:t>有效素材：施工前后对比、故障揭秘、交车瞬间</a:t>
            </a:r>
            <a:endParaRPr lang="en-US" altLang="en-US" sz="1600">
              <a:solidFill>
                <a:schemeClr val="tx1">
                  <a:lumMod val="85000"/>
                  <a:lumOff val="15000"/>
                </a:schemeClr>
              </a:solidFill>
              <a:sym typeface="+mn-ea"/>
            </a:endParaRPr>
          </a:p>
          <a:p>
            <a:pPr lvl="0" indent="0" algn="l" fontAlgn="auto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</a:pPr>
            <a:r>
              <a:rPr lang="zh-CN" altLang="en-US" sz="950" b="0">
                <a:solidFill>
                  <a:srgbClr val="6E8299"/>
                </a:solidFill>
                <a:latin typeface="微软雅黑"/>
                <a:ea typeface="微软雅黑"/>
                <a:cs typeface="微软雅黑"/>
                <a:sym typeface="+mn-ea"/>
              </a:rPr>
              <a:t>What works: before/after, fault reveal, handover</a:t>
            </a:r>
            <a:endParaRPr lang="zh-CN" altLang="en-US" sz="1150">
              <a:solidFill>
                <a:srgbClr val="6E8299"/>
              </a:solidFill>
              <a:latin typeface="+mn-ea"/>
              <a:cs typeface="+mn-ea"/>
              <a:sym typeface="+mn-ea"/>
            </a:endParaRPr>
          </a:p>
        </p:txBody>
      </p:sp>
      <p:sp>
        <p:nvSpPr>
          <p:cNvPr id="73" name="圆角矩形 8"/>
          <p:cNvSpPr/>
          <p:nvPr/>
        </p:nvSpPr>
        <p:spPr>
          <a:xfrm>
            <a:off x="3474720" y="3573475"/>
            <a:ext cx="4142232" cy="817473"/>
          </a:xfrm>
          <a:prstGeom prst="roundRect">
            <a:avLst>
              <a:gd name="adj" fmla="val 50000"/>
            </a:avLst>
          </a:prstGeom>
          <a:solidFill>
            <a:srgbClr val="EBF0F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lIns="109728" tIns="0" rIns="109728" bIns="0" numCol="1" spcCol="0" rtlCol="0" fromWordArt="0" anchor="ctr" anchorCtr="0" forceAA="0" compatLnSpc="1">
            <a:noAutofit/>
          </a:bodyPr>
          <a:lstStyle/>
          <a:p>
            <a:pPr lvl="0" indent="0" algn="l" fontAlgn="auto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</a:pPr>
            <a:r>
              <a:rPr lang="en-US" altLang="en-US" sz="1200" b="0">
                <a:solidFill>
                  <a:srgbClr val="1F2329"/>
                </a:solidFill>
                <a:latin typeface="微软雅黑"/>
                <a:ea typeface="微软雅黑"/>
                <a:cs typeface="微软雅黑"/>
                <a:sym typeface="+mn-ea"/>
              </a:rPr>
              <a:t>画面稳定、光线干净、收音清楚</a:t>
            </a:r>
            <a:endParaRPr lang="en-US" altLang="en-US" sz="1600">
              <a:solidFill>
                <a:schemeClr val="tx1">
                  <a:lumMod val="85000"/>
                  <a:lumOff val="15000"/>
                </a:schemeClr>
              </a:solidFill>
              <a:sym typeface="+mn-ea"/>
            </a:endParaRPr>
          </a:p>
          <a:p>
            <a:pPr lvl="0" indent="0" algn="l" fontAlgn="auto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</a:pPr>
            <a:r>
              <a:rPr lang="zh-CN" altLang="en-US" sz="950" b="0">
                <a:solidFill>
                  <a:srgbClr val="6E8299"/>
                </a:solidFill>
                <a:latin typeface="微软雅黑"/>
                <a:ea typeface="微软雅黑"/>
                <a:cs typeface="微软雅黑"/>
                <a:sym typeface="+mn-ea"/>
              </a:rPr>
              <a:t>Steady hands, clean light, clear audio</a:t>
            </a:r>
            <a:endParaRPr lang="zh-CN" altLang="en-US" sz="1150">
              <a:solidFill>
                <a:srgbClr val="6E8299"/>
              </a:solidFill>
              <a:latin typeface="+mn-ea"/>
              <a:cs typeface="+mn-ea"/>
              <a:sym typeface="+mn-ea"/>
            </a:endParaRPr>
          </a:p>
        </p:txBody>
      </p:sp>
      <p:sp>
        <p:nvSpPr>
          <p:cNvPr id="74" name="圆角矩形 9"/>
          <p:cNvSpPr/>
          <p:nvPr/>
        </p:nvSpPr>
        <p:spPr>
          <a:xfrm>
            <a:off x="3474720" y="2673705"/>
            <a:ext cx="4142232" cy="817473"/>
          </a:xfrm>
          <a:prstGeom prst="roundRect">
            <a:avLst>
              <a:gd name="adj" fmla="val 50000"/>
            </a:avLst>
          </a:prstGeom>
          <a:solidFill>
            <a:srgbClr val="EBF0F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lIns="109728" tIns="0" rIns="109728" bIns="0" numCol="1" spcCol="0" rtlCol="0" fromWordArt="0" anchor="ctr" anchorCtr="0" forceAA="0" compatLnSpc="1">
            <a:noAutofit/>
          </a:bodyPr>
          <a:lstStyle/>
          <a:p>
            <a:pPr lvl="0" indent="0" algn="l" fontAlgn="auto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</a:pPr>
            <a:r>
              <a:rPr lang="en-US" altLang="en-US" sz="1200" b="0">
                <a:solidFill>
                  <a:srgbClr val="1F2329"/>
                </a:solidFill>
                <a:latin typeface="微软雅黑"/>
                <a:ea typeface="微软雅黑"/>
                <a:cs typeface="微软雅黑"/>
                <a:sym typeface="+mn-ea"/>
              </a:rPr>
              <a:t>前 2 秒必须抓住注意力</a:t>
            </a:r>
            <a:endParaRPr lang="en-US" altLang="en-US" sz="1600">
              <a:solidFill>
                <a:schemeClr val="tx1">
                  <a:lumMod val="85000"/>
                  <a:lumOff val="15000"/>
                </a:schemeClr>
              </a:solidFill>
              <a:sym typeface="+mn-ea"/>
            </a:endParaRPr>
          </a:p>
          <a:p>
            <a:pPr lvl="0" indent="0" algn="l" fontAlgn="auto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</a:pPr>
            <a:r>
              <a:rPr lang="zh-CN" altLang="en-US" sz="950" b="0">
                <a:solidFill>
                  <a:srgbClr val="6E8299"/>
                </a:solidFill>
                <a:latin typeface="微软雅黑"/>
                <a:ea typeface="微软雅黑"/>
                <a:cs typeface="微软雅黑"/>
                <a:sym typeface="+mn-ea"/>
              </a:rPr>
              <a:t>Hook the viewer within the first 2 seconds</a:t>
            </a:r>
            <a:endParaRPr lang="zh-CN" altLang="en-US" sz="1150">
              <a:solidFill>
                <a:srgbClr val="6E8299"/>
              </a:solidFill>
              <a:latin typeface="+mn-ea"/>
              <a:cs typeface="+mn-ea"/>
              <a:sym typeface="+mn-ea"/>
            </a:endParaRPr>
          </a:p>
        </p:txBody>
      </p:sp>
      <p:sp>
        <p:nvSpPr>
          <p:cNvPr id="75" name="圆角矩形 35"/>
          <p:cNvSpPr/>
          <p:nvPr/>
        </p:nvSpPr>
        <p:spPr>
          <a:xfrm>
            <a:off x="603504" y="3643884"/>
            <a:ext cx="2743200" cy="67665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solidFill>
              <a:schemeClr val="accent1">
                <a:lumMod val="20000"/>
                <a:lumOff val="80000"/>
              </a:schemeClr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46304" tIns="0" rIns="146304" bIns="0" rtlCol="0" anchor="ctr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en-US" sz="800" b="0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+mn-ea"/>
              </a:rPr>
              <a:t>Steady · Bright · Clear</a:t>
            </a:r>
            <a:endParaRPr lang="zh-CN" altLang="en-US" sz="950">
              <a:solidFill>
                <a:schemeClr val="lt1">
                  <a:lumMod val="100000"/>
                </a:schemeClr>
              </a:solidFill>
              <a:latin typeface="+mn-ea"/>
              <a:cs typeface="+mn-ea"/>
              <a:sym typeface="+mn-ea"/>
            </a:endParaRP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en-US" sz="950" b="1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+mn-ea"/>
              </a:rPr>
              <a:t>稳 · 亮 · 清</a:t>
            </a:r>
            <a:endParaRPr lang="zh-CN" altLang="en-US" sz="950">
              <a:solidFill>
                <a:schemeClr val="lt1">
                  <a:lumMod val="100000"/>
                </a:schemeClr>
              </a:solidFill>
              <a:latin typeface="+mn-ea"/>
              <a:cs typeface="+mn-ea"/>
              <a:sym typeface="+mn-ea"/>
            </a:endParaRPr>
          </a:p>
        </p:txBody>
      </p:sp>
      <p:sp>
        <p:nvSpPr>
          <p:cNvPr id="76" name="圆角矩形 35"/>
          <p:cNvSpPr/>
          <p:nvPr/>
        </p:nvSpPr>
        <p:spPr>
          <a:xfrm>
            <a:off x="603504" y="2744114"/>
            <a:ext cx="2743200" cy="67665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solidFill>
              <a:schemeClr val="accent1">
                <a:lumMod val="20000"/>
                <a:lumOff val="80000"/>
              </a:schemeClr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46304" tIns="0" rIns="146304" bIns="0" rtlCol="0" anchor="ctr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en-US" sz="800" b="0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+mn-ea"/>
              </a:rPr>
              <a:t>First 2 Seconds</a:t>
            </a:r>
            <a:endParaRPr lang="zh-CN" altLang="en-US" sz="950">
              <a:solidFill>
                <a:schemeClr val="lt1">
                  <a:lumMod val="100000"/>
                </a:schemeClr>
              </a:solidFill>
              <a:latin typeface="+mn-ea"/>
              <a:cs typeface="+mn-ea"/>
              <a:sym typeface="+mn-ea"/>
            </a:endParaRP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en-US" sz="950" b="1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+mn-ea"/>
              </a:rPr>
              <a:t>前 2 秒</a:t>
            </a:r>
            <a:endParaRPr lang="zh-CN" altLang="en-US" sz="950">
              <a:solidFill>
                <a:schemeClr val="lt1">
                  <a:lumMod val="100000"/>
                </a:schemeClr>
              </a:solidFill>
              <a:latin typeface="+mn-ea"/>
              <a:cs typeface="+mn-ea"/>
              <a:sym typeface="+mn-ea"/>
            </a:endParaRPr>
          </a:p>
        </p:txBody>
      </p:sp>
      <p:sp>
        <p:nvSpPr>
          <p:cNvPr id="77" name="圆角矩形 35"/>
          <p:cNvSpPr/>
          <p:nvPr/>
        </p:nvSpPr>
        <p:spPr>
          <a:xfrm>
            <a:off x="603504" y="4543653"/>
            <a:ext cx="2743200" cy="67665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solidFill>
              <a:schemeClr val="accent1">
                <a:lumMod val="20000"/>
                <a:lumOff val="80000"/>
              </a:schemeClr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46304" tIns="0" rIns="146304" bIns="0" rtlCol="0" anchor="ctr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en-US" sz="800" b="0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+mn-ea"/>
              </a:rPr>
              <a:t>What Works</a:t>
            </a:r>
            <a:endParaRPr lang="zh-CN" altLang="en-US" sz="950">
              <a:solidFill>
                <a:schemeClr val="lt1">
                  <a:lumMod val="100000"/>
                </a:schemeClr>
              </a:solidFill>
              <a:latin typeface="+mn-ea"/>
              <a:cs typeface="+mn-ea"/>
              <a:sym typeface="+mn-ea"/>
            </a:endParaRP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en-US" sz="950" b="1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+mn-ea"/>
              </a:rPr>
              <a:t>有效素材</a:t>
            </a:r>
            <a:endParaRPr lang="zh-CN" altLang="en-US" sz="950">
              <a:solidFill>
                <a:schemeClr val="lt1">
                  <a:lumMod val="100000"/>
                </a:schemeClr>
              </a:solidFill>
              <a:latin typeface="+mn-ea"/>
              <a:cs typeface="+mn-ea"/>
              <a:sym typeface="+mn-ea"/>
            </a:endParaRPr>
          </a:p>
        </p:txBody>
      </p:sp>
      <p:sp>
        <p:nvSpPr>
          <p:cNvPr id="78" name="圆角矩形 35"/>
          <p:cNvSpPr/>
          <p:nvPr/>
        </p:nvSpPr>
        <p:spPr>
          <a:xfrm>
            <a:off x="603504" y="5443423"/>
            <a:ext cx="2743200" cy="67665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solidFill>
              <a:schemeClr val="accent1">
                <a:lumMod val="20000"/>
                <a:lumOff val="80000"/>
              </a:schemeClr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46304" tIns="0" rIns="146304" bIns="0" rtlCol="0" anchor="ctr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en-US" sz="800" b="0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+mn-ea"/>
              </a:rPr>
              <a:t>On Camera</a:t>
            </a:r>
            <a:endParaRPr lang="zh-CN" altLang="en-US" sz="950">
              <a:solidFill>
                <a:schemeClr val="lt1">
                  <a:lumMod val="100000"/>
                </a:schemeClr>
              </a:solidFill>
              <a:latin typeface="+mn-ea"/>
              <a:cs typeface="+mn-ea"/>
              <a:sym typeface="+mn-ea"/>
            </a:endParaRP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en-US" sz="950" b="1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+mn-ea"/>
              </a:rPr>
              <a:t>出镜要求</a:t>
            </a:r>
            <a:endParaRPr lang="zh-CN" altLang="en-US" sz="950">
              <a:solidFill>
                <a:schemeClr val="lt1">
                  <a:lumMod val="100000"/>
                </a:schemeClr>
              </a:solidFill>
              <a:latin typeface="+mn-ea"/>
              <a:cs typeface="+mn-ea"/>
              <a:sym typeface="+mn-ea"/>
            </a:endParaRPr>
          </a:p>
        </p:txBody>
      </p:sp>
      <p:sp>
        <p:nvSpPr>
          <p:cNvPr id="79" name="AutoShape 2"/>
          <p:cNvSpPr/>
          <p:nvPr/>
        </p:nvSpPr>
        <p:spPr>
          <a:xfrm>
            <a:off x="0" y="0"/>
            <a:ext cx="8812221" cy="566928"/>
          </a:xfrm>
          <a:prstGeom prst="roundRect">
            <a:avLst>
              <a:gd name="adj" fmla="val 0"/>
            </a:avLst>
          </a:prstGeom>
          <a:solidFill>
            <a:srgbClr val="ED1C29">
              <a:alpha val="100000"/>
            </a:srgbClr>
          </a:solidFill>
          <a:ln w="25400">
            <a:noFill/>
            <a:prstDash val="solid"/>
          </a:ln>
        </p:spPr>
        <p:txBody>
          <a:bodyPr lIns="63500" tIns="63500" rIns="63500" bIns="635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/>
            </a:pPr>
            <a:endParaRPr sz="1055" kern="0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80" name="AutoShape 3"/>
          <p:cNvSpPr/>
          <p:nvPr/>
        </p:nvSpPr>
        <p:spPr>
          <a:xfrm>
            <a:off x="8249792" y="0"/>
            <a:ext cx="2762864" cy="566928"/>
          </a:xfrm>
          <a:prstGeom prst="parallelogram">
            <a:avLst/>
          </a:prstGeom>
          <a:solidFill>
            <a:srgbClr val="005AA9">
              <a:alpha val="100000"/>
            </a:srgbClr>
          </a:solidFill>
          <a:ln w="25400">
            <a:noFill/>
            <a:prstDash val="solid"/>
          </a:ln>
        </p:spPr>
        <p:txBody>
          <a:bodyPr lIns="63500" tIns="63500" rIns="63500" bIns="635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/>
            </a:pPr>
            <a:endParaRPr sz="1055" kern="0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81" name="AutoShape 4"/>
          <p:cNvSpPr/>
          <p:nvPr/>
        </p:nvSpPr>
        <p:spPr>
          <a:xfrm>
            <a:off x="8588375" y="0"/>
            <a:ext cx="3603625" cy="566928"/>
          </a:xfrm>
          <a:prstGeom prst="roundRect">
            <a:avLst>
              <a:gd name="adj" fmla="val 0"/>
            </a:avLst>
          </a:prstGeom>
          <a:solidFill>
            <a:srgbClr val="005AA9">
              <a:alpha val="100000"/>
            </a:srgbClr>
          </a:solidFill>
          <a:ln w="25400">
            <a:noFill/>
            <a:prstDash val="solid"/>
          </a:ln>
        </p:spPr>
        <p:txBody>
          <a:bodyPr lIns="63500" tIns="63500" rIns="63500" bIns="635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/>
            </a:pPr>
            <a:endParaRPr sz="1055" kern="0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pic>
        <p:nvPicPr>
          <p:cNvPr id="82" name="Picture 5"/>
          <p:cNvPicPr>
            <a:picLocks noChangeAspect="1"/>
          </p:cNvPicPr>
          <p:nvPr/>
        </p:nvPicPr>
        <p:blipFill>
          <a:blip r:embed="rId3"/>
          <a:srcRect t="36978" b="45732"/>
          <a:stretch>
            <a:fillRect/>
          </a:stretch>
        </p:blipFill>
        <p:spPr>
          <a:xfrm>
            <a:off x="9364524" y="139920"/>
            <a:ext cx="1549829" cy="267948"/>
          </a:xfrm>
          <a:prstGeom prst="roundRect">
            <a:avLst>
              <a:gd name="adj" fmla="val 0"/>
            </a:avLst>
          </a:prstGeom>
          <a:ln>
            <a:noFill/>
            <a:prstDash val="solid"/>
          </a:ln>
        </p:spPr>
      </p:pic>
      <p:sp>
        <p:nvSpPr>
          <p:cNvPr id="83" name="AutoShape 1"/>
          <p:cNvSpPr/>
          <p:nvPr/>
        </p:nvSpPr>
        <p:spPr>
          <a:xfrm>
            <a:off x="0" y="6473952"/>
            <a:ext cx="8812221" cy="384048"/>
          </a:xfrm>
          <a:prstGeom prst="roundRect">
            <a:avLst>
              <a:gd name="adj" fmla="val 0"/>
            </a:avLst>
          </a:prstGeom>
          <a:solidFill>
            <a:srgbClr val="ED1C29">
              <a:alpha val="100000"/>
            </a:srgbClr>
          </a:solidFill>
          <a:ln w="25400">
            <a:noFill/>
            <a:prstDash val="solid"/>
          </a:ln>
        </p:spPr>
        <p:txBody>
          <a:bodyPr lIns="63500" tIns="63500" rIns="63500" bIns="635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/>
            </a:pPr>
            <a:endParaRPr sz="1010" kern="0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84" name="AutoShape 2"/>
          <p:cNvSpPr/>
          <p:nvPr/>
        </p:nvSpPr>
        <p:spPr>
          <a:xfrm>
            <a:off x="665034" y="6569556"/>
            <a:ext cx="4749800" cy="192841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0" tIns="6350" rIns="0" bIns="0" rtlCol="0" anchor="t">
            <a:spAutoFit/>
          </a:bodyPr>
          <a:lstStyle/>
          <a:p>
            <a:pPr marL="1270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230" b="0" i="0" u="none" strike="noStrike" kern="0">
                <a:solidFill>
                  <a:srgbClr val="FFFFFF"/>
                </a:solidFill>
                <a:latin typeface="Arial" panose="020B0604020202020204"/>
                <a:ea typeface="微软雅黑" panose="020B0503020204020204" charset="-122"/>
                <a:cs typeface="Inter 18pt SemiBold"/>
                <a:sym typeface="Inter 18pt SemiBold"/>
              </a:rPr>
              <a:t>Your Neighbourhood Auto Care Expert</a:t>
            </a:r>
            <a:endParaRPr lang="en-US" sz="1230" b="0" i="0" u="none" strike="noStrike" kern="0">
              <a:solidFill>
                <a:srgbClr val="FFFFFF"/>
              </a:solidFill>
              <a:latin typeface="Arial" panose="020B0604020202020204"/>
              <a:ea typeface="微软雅黑" panose="020B0503020204020204" charset="-122"/>
              <a:cs typeface="Inter 18pt SemiBold"/>
              <a:sym typeface="Inter 18pt SemiBold"/>
            </a:endParaRPr>
          </a:p>
        </p:txBody>
      </p:sp>
      <p:sp>
        <p:nvSpPr>
          <p:cNvPr id="85" name="AutoShape 3"/>
          <p:cNvSpPr/>
          <p:nvPr/>
        </p:nvSpPr>
        <p:spPr>
          <a:xfrm>
            <a:off x="8249792" y="6473952"/>
            <a:ext cx="2762864" cy="384048"/>
          </a:xfrm>
          <a:prstGeom prst="parallelogram">
            <a:avLst/>
          </a:prstGeom>
          <a:solidFill>
            <a:srgbClr val="005AA9">
              <a:alpha val="100000"/>
            </a:srgbClr>
          </a:solidFill>
          <a:ln w="25400">
            <a:noFill/>
            <a:prstDash val="solid"/>
          </a:ln>
        </p:spPr>
        <p:txBody>
          <a:bodyPr lIns="63500" tIns="63500" rIns="63500" bIns="635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/>
            </a:pPr>
            <a:endParaRPr sz="1010" kern="0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86" name="AutoShape 4"/>
          <p:cNvSpPr/>
          <p:nvPr/>
        </p:nvSpPr>
        <p:spPr>
          <a:xfrm>
            <a:off x="8588375" y="6473952"/>
            <a:ext cx="3603625" cy="384048"/>
          </a:xfrm>
          <a:prstGeom prst="roundRect">
            <a:avLst>
              <a:gd name="adj" fmla="val 0"/>
            </a:avLst>
          </a:prstGeom>
          <a:solidFill>
            <a:srgbClr val="005AA9">
              <a:alpha val="100000"/>
            </a:srgbClr>
          </a:solidFill>
          <a:ln w="25400">
            <a:noFill/>
            <a:prstDash val="solid"/>
          </a:ln>
        </p:spPr>
        <p:txBody>
          <a:bodyPr lIns="63500" tIns="63500" rIns="63500" bIns="635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/>
            </a:pPr>
            <a:endParaRPr sz="1010" kern="0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87" name="AutoShape 6"/>
          <p:cNvSpPr/>
          <p:nvPr/>
        </p:nvSpPr>
        <p:spPr>
          <a:xfrm>
            <a:off x="8936037" y="6569556"/>
            <a:ext cx="2908300" cy="192841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0" tIns="6350" rIns="0" bIns="0" rtlCol="0" anchor="t">
            <a:spAutoFit/>
          </a:bodyPr>
          <a:lstStyle/>
          <a:p>
            <a:pPr marL="1270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230" b="0" i="0" u="none" strike="noStrike" kern="0">
                <a:solidFill>
                  <a:srgbClr val="FFFFFF"/>
                </a:solidFill>
                <a:latin typeface="Arial" panose="020B0604020202020204"/>
                <a:ea typeface="微软雅黑" panose="020B0503020204020204" charset="-122"/>
                <a:cs typeface="Inter 18pt SemiBold"/>
                <a:sym typeface="Inter 18pt SemiBold"/>
                <a:hlinkClick r:id="rId3" tooltip="https://www.servauto.com.my/"/>
              </a:rPr>
              <a:t>www.servauto.com.my</a:t>
            </a:r>
            <a:endParaRPr lang="en-US" sz="1230" b="0" i="0" u="none" strike="noStrike" kern="0">
              <a:solidFill>
                <a:srgbClr val="FFFFFF"/>
              </a:solidFill>
              <a:latin typeface="Arial" panose="020B0604020202020204"/>
              <a:ea typeface="微软雅黑" panose="020B0503020204020204" charset="-122"/>
              <a:cs typeface="Inter 18pt SemiBold"/>
              <a:sym typeface="Inter 18pt SemiBold"/>
              <a:hlinkClick r:id="rId3" tooltip="https://www.servauto.com.my/"/>
            </a:endParaRPr>
          </a:p>
        </p:txBody>
      </p:sp>
      <p:sp>
        <p:nvSpPr>
          <p:cNvPr id="88" name="TextBox 87"/>
          <p:cNvSpPr txBox="1"/>
          <p:nvPr/>
        </p:nvSpPr>
        <p:spPr>
          <a:xfrm>
            <a:off x="667512" y="82296"/>
            <a:ext cx="841248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ServAuto 服务顾问培训 | Service Advisor Training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12648" y="585216"/>
            <a:ext cx="1097280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500" b="1">
                <a:solidFill>
                  <a:srgbClr val="0B1D35"/>
                </a:solidFill>
                <a:latin typeface="微软雅黑"/>
                <a:ea typeface="微软雅黑"/>
                <a:cs typeface="微软雅黑"/>
              </a:rPr>
              <a:t>Video Shooting &amp; Live Streaming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612648" y="1060704"/>
            <a:ext cx="10972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6E8299"/>
                </a:solidFill>
                <a:latin typeface="微软雅黑"/>
                <a:ea typeface="微软雅黑"/>
                <a:cs typeface="微软雅黑"/>
              </a:rPr>
              <a:t>视频拍摄与直播出镜（硬性要求）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612648" y="1371600"/>
            <a:ext cx="10972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ED1C29"/>
                </a:solidFill>
                <a:latin typeface="微软雅黑"/>
                <a:ea typeface="微软雅黑"/>
                <a:cs typeface="微软雅黑"/>
              </a:rPr>
              <a:t>每位服务顾问的硬性要求 · Mandatory for every service advisor</a:t>
            </a:r>
          </a:p>
        </p:txBody>
      </p:sp>
      <p:sp>
        <p:nvSpPr>
          <p:cNvPr id="92" name="Rectangle 91"/>
          <p:cNvSpPr/>
          <p:nvPr/>
        </p:nvSpPr>
        <p:spPr>
          <a:xfrm>
            <a:off x="612648" y="1682496"/>
            <a:ext cx="10972800" cy="29260"/>
          </a:xfrm>
          <a:prstGeom prst="rect">
            <a:avLst/>
          </a:prstGeom>
          <a:solidFill>
            <a:srgbClr val="ED1C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68" name="图片 3" descr="/data/temp/31c83b1c-a9fe-11f0-88da-76af0e732785.jpg@base@tag=imgScale&amp;m=1&amp;w=932&amp;h=1264&amp;q=9531c83b1c-a9fe-11f0-88da-76af0e732785"/>
          <p:cNvPicPr>
            <a:picLocks noChangeAspect="1"/>
          </p:cNvPicPr>
          <p:nvPr/>
        </p:nvPicPr>
        <p:blipFill>
          <a:blip r:embed="rId4"/>
          <a:srcRect l="13078" r="13157"/>
          <a:stretch>
            <a:fillRect/>
          </a:stretch>
        </p:blipFill>
        <p:spPr>
          <a:xfrm>
            <a:off x="8244205" y="1773936"/>
            <a:ext cx="3358515" cy="4480560"/>
          </a:xfrm>
          <a:prstGeom prst="round1Rect">
            <a:avLst>
              <a:gd name="adj" fmla="val 39814"/>
            </a:avLst>
          </a:prstGeom>
          <a:solidFill>
            <a:schemeClr val="accent1">
              <a:alpha val="15000"/>
            </a:schemeClr>
          </a:solidFill>
          <a:ln w="9525" cap="flat" cmpd="sng" algn="ctr">
            <a:solidFill>
              <a:schemeClr val="accent1">
                <a:lumMod val="100000"/>
                <a:alpha val="15000"/>
              </a:schemeClr>
            </a:solidFill>
            <a:prstDash val="solid"/>
            <a:round/>
            <a:headEnd type="none" w="med" len="med"/>
            <a:tailEnd type="none" w="med" len="med"/>
          </a:ln>
          <a:effectLst>
            <a:outerShdw blurRad="203200" dist="38100" dir="2700000" algn="tl" rotWithShape="0">
              <a:schemeClr val="accent1">
                <a:alpha val="60000"/>
              </a:schemeClr>
            </a:outerShdw>
          </a:effectLst>
        </p:spPr>
      </p:pic>
      <p:sp>
        <p:nvSpPr>
          <p:cNvPr id="69" name="圆角矩形 6"/>
          <p:cNvSpPr/>
          <p:nvPr/>
        </p:nvSpPr>
        <p:spPr>
          <a:xfrm>
            <a:off x="3474720" y="1773936"/>
            <a:ext cx="4142232" cy="817473"/>
          </a:xfrm>
          <a:prstGeom prst="roundRect">
            <a:avLst>
              <a:gd name="adj" fmla="val 50000"/>
            </a:avLst>
          </a:prstGeom>
          <a:solidFill>
            <a:srgbClr val="EBF0F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lIns="109728" tIns="0" rIns="109728" bIns="0" numCol="1" spcCol="0" rtlCol="0" fromWordArt="0" anchor="ctr" anchorCtr="0" forceAA="0" compatLnSpc="1">
            <a:noAutofit/>
          </a:bodyPr>
          <a:lstStyle/>
          <a:p>
            <a:pPr lvl="0" indent="0" algn="l" fontAlgn="auto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</a:pPr>
            <a:r>
              <a:rPr lang="en-US" altLang="en-US" sz="1200" b="0">
                <a:solidFill>
                  <a:srgbClr val="1F2329"/>
                </a:solidFill>
                <a:latin typeface="微软雅黑"/>
                <a:ea typeface="微软雅黑"/>
                <a:cs typeface="微软雅黑"/>
                <a:sym typeface="+mn-ea"/>
              </a:rPr>
              <a:t>每月不少于 12条短视频</a:t>
            </a:r>
            <a:endParaRPr lang="en-US" altLang="en-US" sz="1600">
              <a:solidFill>
                <a:schemeClr val="tx1">
                  <a:lumMod val="85000"/>
                  <a:lumOff val="15000"/>
                </a:schemeClr>
              </a:solidFill>
              <a:sym typeface="+mn-ea"/>
            </a:endParaRPr>
          </a:p>
          <a:p>
            <a:pPr lvl="0" indent="0" algn="l" fontAlgn="auto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</a:pPr>
            <a:r>
              <a:rPr lang="zh-CN" altLang="en-US" sz="950" b="0">
                <a:solidFill>
                  <a:srgbClr val="6E8299"/>
                </a:solidFill>
                <a:latin typeface="微软雅黑"/>
                <a:ea typeface="微软雅黑"/>
                <a:cs typeface="微软雅黑"/>
                <a:sym typeface="+mn-ea"/>
              </a:rPr>
              <a:t>At least 4 short videos per month</a:t>
            </a:r>
            <a:endParaRPr lang="zh-CN" altLang="en-US" sz="1150">
              <a:solidFill>
                <a:srgbClr val="6E8299"/>
              </a:solidFill>
              <a:latin typeface="+mn-ea"/>
              <a:cs typeface="+mn-ea"/>
              <a:sym typeface="+mn-ea"/>
            </a:endParaRPr>
          </a:p>
        </p:txBody>
      </p:sp>
      <p:sp>
        <p:nvSpPr>
          <p:cNvPr id="70" name="圆角矩形 35"/>
          <p:cNvSpPr/>
          <p:nvPr/>
        </p:nvSpPr>
        <p:spPr>
          <a:xfrm>
            <a:off x="603504" y="1844344"/>
            <a:ext cx="2743200" cy="67665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solidFill>
              <a:schemeClr val="accent1">
                <a:lumMod val="20000"/>
                <a:lumOff val="80000"/>
              </a:schemeClr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46304" tIns="0" rIns="146304" bIns="0" rtlCol="0" anchor="ctr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en-US" sz="800" b="0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+mn-ea"/>
              </a:rPr>
              <a:t>Short Video Quota</a:t>
            </a:r>
            <a:endParaRPr lang="zh-CN" altLang="en-US" sz="950">
              <a:solidFill>
                <a:schemeClr val="lt1">
                  <a:lumMod val="100000"/>
                </a:schemeClr>
              </a:solidFill>
              <a:latin typeface="+mn-ea"/>
              <a:cs typeface="+mn-ea"/>
              <a:sym typeface="+mn-ea"/>
            </a:endParaRP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en-US" sz="950" b="1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+mn-ea"/>
              </a:rPr>
              <a:t>短视频配额</a:t>
            </a:r>
            <a:endParaRPr lang="zh-CN" altLang="en-US" sz="950">
              <a:solidFill>
                <a:schemeClr val="lt1">
                  <a:lumMod val="100000"/>
                </a:schemeClr>
              </a:solidFill>
              <a:latin typeface="+mn-ea"/>
              <a:cs typeface="+mn-ea"/>
              <a:sym typeface="+mn-ea"/>
            </a:endParaRPr>
          </a:p>
        </p:txBody>
      </p:sp>
      <p:sp>
        <p:nvSpPr>
          <p:cNvPr id="71" name="圆角矩形 1"/>
          <p:cNvSpPr/>
          <p:nvPr/>
        </p:nvSpPr>
        <p:spPr>
          <a:xfrm>
            <a:off x="3474720" y="5373014"/>
            <a:ext cx="4142232" cy="817473"/>
          </a:xfrm>
          <a:prstGeom prst="roundRect">
            <a:avLst>
              <a:gd name="adj" fmla="val 50000"/>
            </a:avLst>
          </a:prstGeom>
          <a:solidFill>
            <a:srgbClr val="EBF0F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lIns="109728" tIns="0" rIns="109728" bIns="0" numCol="1" spcCol="0" rtlCol="0" fromWordArt="0" anchor="ctr" anchorCtr="0" forceAA="0" compatLnSpc="1">
            <a:noAutofit/>
          </a:bodyPr>
          <a:lstStyle/>
          <a:p>
            <a:pPr lvl="0" indent="0" algn="l" fontAlgn="auto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</a:pPr>
            <a:r>
              <a:rPr lang="en-US" altLang="en-US" sz="1200" b="0">
                <a:solidFill>
                  <a:srgbClr val="1F2329"/>
                </a:solidFill>
                <a:latin typeface="微软雅黑"/>
                <a:ea typeface="微软雅黑"/>
                <a:cs typeface="微软雅黑"/>
                <a:sym typeface="+mn-ea"/>
              </a:rPr>
              <a:t>每周选题会确定下周选题与排班</a:t>
            </a:r>
            <a:endParaRPr lang="en-US" altLang="en-US" sz="1600">
              <a:solidFill>
                <a:schemeClr val="tx1">
                  <a:lumMod val="85000"/>
                  <a:lumOff val="15000"/>
                </a:schemeClr>
              </a:solidFill>
              <a:sym typeface="+mn-ea"/>
            </a:endParaRPr>
          </a:p>
          <a:p>
            <a:pPr lvl="0" indent="0" algn="l" fontAlgn="auto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</a:pPr>
            <a:r>
              <a:rPr lang="zh-CN" altLang="en-US" sz="950" b="0">
                <a:solidFill>
                  <a:srgbClr val="6E8299"/>
                </a:solidFill>
                <a:latin typeface="微软雅黑"/>
                <a:ea typeface="微软雅黑"/>
                <a:cs typeface="微软雅黑"/>
                <a:sym typeface="+mn-ea"/>
              </a:rPr>
              <a:t>The weekly content meeting sets next week's topics</a:t>
            </a:r>
            <a:endParaRPr lang="zh-CN" altLang="en-US" sz="1150">
              <a:solidFill>
                <a:srgbClr val="6E8299"/>
              </a:solidFill>
              <a:latin typeface="+mn-ea"/>
              <a:cs typeface="+mn-ea"/>
              <a:sym typeface="+mn-ea"/>
            </a:endParaRPr>
          </a:p>
        </p:txBody>
      </p:sp>
      <p:sp>
        <p:nvSpPr>
          <p:cNvPr id="72" name="圆角矩形 4"/>
          <p:cNvSpPr/>
          <p:nvPr/>
        </p:nvSpPr>
        <p:spPr>
          <a:xfrm>
            <a:off x="3474720" y="4473244"/>
            <a:ext cx="4142232" cy="817473"/>
          </a:xfrm>
          <a:prstGeom prst="roundRect">
            <a:avLst>
              <a:gd name="adj" fmla="val 50000"/>
            </a:avLst>
          </a:prstGeom>
          <a:solidFill>
            <a:srgbClr val="EBF0F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lIns="109728" tIns="0" rIns="109728" bIns="0" numCol="1" spcCol="0" rtlCol="0" fromWordArt="0" anchor="ctr" anchorCtr="0" forceAA="0" compatLnSpc="1">
            <a:noAutofit/>
          </a:bodyPr>
          <a:lstStyle/>
          <a:p>
            <a:pPr lvl="0" indent="0" algn="l" fontAlgn="auto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</a:pPr>
            <a:r>
              <a:rPr lang="en-US" altLang="en-US" sz="1200" b="0">
                <a:solidFill>
                  <a:srgbClr val="1F2329"/>
                </a:solidFill>
                <a:latin typeface="微软雅黑"/>
                <a:ea typeface="微软雅黑"/>
                <a:cs typeface="微软雅黑"/>
                <a:sym typeface="+mn-ea"/>
              </a:rPr>
              <a:t>配额不达标，直接卡认证</a:t>
            </a:r>
            <a:endParaRPr lang="en-US" altLang="en-US" sz="1600">
              <a:solidFill>
                <a:schemeClr val="tx1">
                  <a:lumMod val="85000"/>
                  <a:lumOff val="15000"/>
                </a:schemeClr>
              </a:solidFill>
              <a:sym typeface="+mn-ea"/>
            </a:endParaRPr>
          </a:p>
          <a:p>
            <a:pPr lvl="0" indent="0" algn="l" fontAlgn="auto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</a:pPr>
            <a:r>
              <a:rPr lang="zh-CN" altLang="en-US" sz="950" b="0">
                <a:solidFill>
                  <a:srgbClr val="6E8299"/>
                </a:solidFill>
                <a:latin typeface="微软雅黑"/>
                <a:ea typeface="微软雅黑"/>
                <a:cs typeface="微软雅黑"/>
                <a:sym typeface="+mn-ea"/>
              </a:rPr>
              <a:t>No quota, no certification</a:t>
            </a:r>
            <a:endParaRPr lang="zh-CN" altLang="en-US" sz="1150">
              <a:solidFill>
                <a:srgbClr val="6E8299"/>
              </a:solidFill>
              <a:latin typeface="+mn-ea"/>
              <a:cs typeface="+mn-ea"/>
              <a:sym typeface="+mn-ea"/>
            </a:endParaRPr>
          </a:p>
        </p:txBody>
      </p:sp>
      <p:sp>
        <p:nvSpPr>
          <p:cNvPr id="73" name="圆角矩形 8"/>
          <p:cNvSpPr/>
          <p:nvPr/>
        </p:nvSpPr>
        <p:spPr>
          <a:xfrm>
            <a:off x="3474720" y="3573475"/>
            <a:ext cx="4142232" cy="817473"/>
          </a:xfrm>
          <a:prstGeom prst="roundRect">
            <a:avLst>
              <a:gd name="adj" fmla="val 50000"/>
            </a:avLst>
          </a:prstGeom>
          <a:solidFill>
            <a:srgbClr val="EBF0F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lIns="109728" tIns="0" rIns="109728" bIns="0" numCol="1" spcCol="0" rtlCol="0" fromWordArt="0" anchor="ctr" anchorCtr="0" forceAA="0" compatLnSpc="1">
            <a:noAutofit/>
          </a:bodyPr>
          <a:lstStyle/>
          <a:p>
            <a:pPr lvl="0" indent="0" algn="l" fontAlgn="auto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</a:pPr>
            <a:r>
              <a:rPr lang="en-US" altLang="en-US" sz="1200" b="0">
                <a:solidFill>
                  <a:srgbClr val="1F2329"/>
                </a:solidFill>
                <a:latin typeface="微软雅黑"/>
                <a:ea typeface="微软雅黑"/>
                <a:cs typeface="微软雅黑"/>
                <a:sym typeface="+mn-ea"/>
              </a:rPr>
              <a:t>月底前按要求提交到内容群</a:t>
            </a:r>
            <a:endParaRPr lang="en-US" altLang="en-US" sz="1600">
              <a:solidFill>
                <a:schemeClr val="tx1">
                  <a:lumMod val="85000"/>
                  <a:lumOff val="15000"/>
                </a:schemeClr>
              </a:solidFill>
              <a:sym typeface="+mn-ea"/>
            </a:endParaRPr>
          </a:p>
          <a:p>
            <a:pPr lvl="0" indent="0" algn="l" fontAlgn="auto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</a:pPr>
            <a:r>
              <a:rPr lang="zh-CN" altLang="en-US" sz="950" b="0">
                <a:solidFill>
                  <a:srgbClr val="6E8299"/>
                </a:solidFill>
                <a:latin typeface="微软雅黑"/>
                <a:ea typeface="微软雅黑"/>
                <a:cs typeface="微软雅黑"/>
                <a:sym typeface="+mn-ea"/>
              </a:rPr>
              <a:t>Submit through the content group before month end</a:t>
            </a:r>
            <a:endParaRPr lang="zh-CN" altLang="en-US" sz="1150">
              <a:solidFill>
                <a:srgbClr val="6E8299"/>
              </a:solidFill>
              <a:latin typeface="+mn-ea"/>
              <a:cs typeface="+mn-ea"/>
              <a:sym typeface="+mn-ea"/>
            </a:endParaRPr>
          </a:p>
        </p:txBody>
      </p:sp>
      <p:sp>
        <p:nvSpPr>
          <p:cNvPr id="74" name="圆角矩形 9"/>
          <p:cNvSpPr/>
          <p:nvPr/>
        </p:nvSpPr>
        <p:spPr>
          <a:xfrm>
            <a:off x="3474720" y="2673705"/>
            <a:ext cx="4142232" cy="817473"/>
          </a:xfrm>
          <a:prstGeom prst="roundRect">
            <a:avLst>
              <a:gd name="adj" fmla="val 50000"/>
            </a:avLst>
          </a:prstGeom>
          <a:solidFill>
            <a:srgbClr val="EBF0F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lIns="109728" tIns="0" rIns="109728" bIns="0" numCol="1" spcCol="0" rtlCol="0" fromWordArt="0" anchor="ctr" anchorCtr="0" forceAA="0" compatLnSpc="1">
            <a:noAutofit/>
          </a:bodyPr>
          <a:lstStyle/>
          <a:p>
            <a:pPr lvl="0" indent="0" algn="l" fontAlgn="auto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</a:pPr>
            <a:r>
              <a:rPr lang="en-US" altLang="en-US" sz="1200" b="0">
                <a:solidFill>
                  <a:srgbClr val="1F2329"/>
                </a:solidFill>
                <a:latin typeface="微软雅黑"/>
                <a:ea typeface="微软雅黑"/>
                <a:cs typeface="微软雅黑"/>
                <a:sym typeface="+mn-ea"/>
              </a:rPr>
              <a:t>每周至少 1 场直播出镜</a:t>
            </a:r>
            <a:endParaRPr lang="en-US" altLang="en-US" sz="1600">
              <a:solidFill>
                <a:schemeClr val="tx1">
                  <a:lumMod val="85000"/>
                  <a:lumOff val="15000"/>
                </a:schemeClr>
              </a:solidFill>
              <a:sym typeface="+mn-ea"/>
            </a:endParaRPr>
          </a:p>
          <a:p>
            <a:pPr lvl="0" indent="0" algn="l" fontAlgn="auto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</a:pPr>
            <a:r>
              <a:rPr lang="zh-CN" altLang="en-US" sz="950" b="0">
                <a:solidFill>
                  <a:srgbClr val="6E8299"/>
                </a:solidFill>
                <a:latin typeface="微软雅黑"/>
                <a:ea typeface="微软雅黑"/>
                <a:cs typeface="微软雅黑"/>
                <a:sym typeface="+mn-ea"/>
              </a:rPr>
              <a:t>At least 1 live session per month</a:t>
            </a:r>
            <a:endParaRPr lang="zh-CN" altLang="en-US" sz="1150">
              <a:solidFill>
                <a:srgbClr val="6E8299"/>
              </a:solidFill>
              <a:latin typeface="+mn-ea"/>
              <a:cs typeface="+mn-ea"/>
              <a:sym typeface="+mn-ea"/>
            </a:endParaRPr>
          </a:p>
        </p:txBody>
      </p:sp>
      <p:sp>
        <p:nvSpPr>
          <p:cNvPr id="75" name="圆角矩形 35"/>
          <p:cNvSpPr/>
          <p:nvPr/>
        </p:nvSpPr>
        <p:spPr>
          <a:xfrm>
            <a:off x="603504" y="3643884"/>
            <a:ext cx="2743200" cy="67665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solidFill>
              <a:schemeClr val="accent1">
                <a:lumMod val="20000"/>
                <a:lumOff val="80000"/>
              </a:schemeClr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46304" tIns="0" rIns="146304" bIns="0" rtlCol="0" anchor="ctr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en-US" sz="800" b="0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+mn-ea"/>
              </a:rPr>
              <a:t>Submission</a:t>
            </a:r>
            <a:endParaRPr lang="zh-CN" altLang="en-US" sz="950">
              <a:solidFill>
                <a:schemeClr val="lt1">
                  <a:lumMod val="100000"/>
                </a:schemeClr>
              </a:solidFill>
              <a:latin typeface="+mn-ea"/>
              <a:cs typeface="+mn-ea"/>
              <a:sym typeface="+mn-ea"/>
            </a:endParaRP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en-US" sz="950" b="1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+mn-ea"/>
              </a:rPr>
              <a:t>提交方式</a:t>
            </a:r>
            <a:endParaRPr lang="zh-CN" altLang="en-US" sz="950">
              <a:solidFill>
                <a:schemeClr val="lt1">
                  <a:lumMod val="100000"/>
                </a:schemeClr>
              </a:solidFill>
              <a:latin typeface="+mn-ea"/>
              <a:cs typeface="+mn-ea"/>
              <a:sym typeface="+mn-ea"/>
            </a:endParaRPr>
          </a:p>
        </p:txBody>
      </p:sp>
      <p:sp>
        <p:nvSpPr>
          <p:cNvPr id="76" name="圆角矩形 35"/>
          <p:cNvSpPr/>
          <p:nvPr/>
        </p:nvSpPr>
        <p:spPr>
          <a:xfrm>
            <a:off x="603504" y="2744114"/>
            <a:ext cx="2743200" cy="67665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solidFill>
              <a:schemeClr val="accent1">
                <a:lumMod val="20000"/>
                <a:lumOff val="80000"/>
              </a:schemeClr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46304" tIns="0" rIns="146304" bIns="0" rtlCol="0" anchor="ctr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en-US" sz="800" b="0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+mn-ea"/>
              </a:rPr>
              <a:t>Live Quota</a:t>
            </a:r>
            <a:endParaRPr lang="zh-CN" altLang="en-US" sz="950">
              <a:solidFill>
                <a:schemeClr val="lt1">
                  <a:lumMod val="100000"/>
                </a:schemeClr>
              </a:solidFill>
              <a:latin typeface="+mn-ea"/>
              <a:cs typeface="+mn-ea"/>
              <a:sym typeface="+mn-ea"/>
            </a:endParaRP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en-US" sz="950" b="1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+mn-ea"/>
              </a:rPr>
              <a:t>直播配额</a:t>
            </a:r>
            <a:endParaRPr lang="zh-CN" altLang="en-US" sz="950">
              <a:solidFill>
                <a:schemeClr val="lt1">
                  <a:lumMod val="100000"/>
                </a:schemeClr>
              </a:solidFill>
              <a:latin typeface="+mn-ea"/>
              <a:cs typeface="+mn-ea"/>
              <a:sym typeface="+mn-ea"/>
            </a:endParaRPr>
          </a:p>
        </p:txBody>
      </p:sp>
      <p:sp>
        <p:nvSpPr>
          <p:cNvPr id="77" name="圆角矩形 35"/>
          <p:cNvSpPr/>
          <p:nvPr/>
        </p:nvSpPr>
        <p:spPr>
          <a:xfrm>
            <a:off x="603504" y="4543653"/>
            <a:ext cx="2743200" cy="67665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solidFill>
              <a:schemeClr val="accent1">
                <a:lumMod val="20000"/>
                <a:lumOff val="80000"/>
              </a:schemeClr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46304" tIns="0" rIns="146304" bIns="0" rtlCol="0" anchor="ctr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en-US" sz="800" b="0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+mn-ea"/>
              </a:rPr>
              <a:t>Red Line</a:t>
            </a:r>
            <a:endParaRPr lang="zh-CN" altLang="en-US" sz="950">
              <a:solidFill>
                <a:schemeClr val="lt1">
                  <a:lumMod val="100000"/>
                </a:schemeClr>
              </a:solidFill>
              <a:latin typeface="+mn-ea"/>
              <a:cs typeface="+mn-ea"/>
              <a:sym typeface="+mn-ea"/>
            </a:endParaRP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en-US" sz="950" b="1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+mn-ea"/>
              </a:rPr>
              <a:t>红线</a:t>
            </a:r>
            <a:endParaRPr lang="zh-CN" altLang="en-US" sz="950">
              <a:solidFill>
                <a:schemeClr val="lt1">
                  <a:lumMod val="100000"/>
                </a:schemeClr>
              </a:solidFill>
              <a:latin typeface="+mn-ea"/>
              <a:cs typeface="+mn-ea"/>
              <a:sym typeface="+mn-ea"/>
            </a:endParaRPr>
          </a:p>
        </p:txBody>
      </p:sp>
      <p:sp>
        <p:nvSpPr>
          <p:cNvPr id="78" name="圆角矩形 35"/>
          <p:cNvSpPr/>
          <p:nvPr/>
        </p:nvSpPr>
        <p:spPr>
          <a:xfrm>
            <a:off x="603504" y="5443423"/>
            <a:ext cx="2743200" cy="67665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solidFill>
              <a:schemeClr val="accent1">
                <a:lumMod val="20000"/>
                <a:lumOff val="80000"/>
              </a:schemeClr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46304" tIns="0" rIns="146304" bIns="0" rtlCol="0" anchor="ctr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en-US" sz="800" b="0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+mn-ea"/>
              </a:rPr>
              <a:t>Topic Meeting</a:t>
            </a:r>
            <a:endParaRPr lang="zh-CN" altLang="en-US" sz="950">
              <a:solidFill>
                <a:schemeClr val="lt1">
                  <a:lumMod val="100000"/>
                </a:schemeClr>
              </a:solidFill>
              <a:latin typeface="+mn-ea"/>
              <a:cs typeface="+mn-ea"/>
              <a:sym typeface="+mn-ea"/>
            </a:endParaRP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en-US" sz="950" b="1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+mn-ea"/>
              </a:rPr>
              <a:t>选题会</a:t>
            </a:r>
            <a:endParaRPr lang="zh-CN" altLang="en-US" sz="950">
              <a:solidFill>
                <a:schemeClr val="lt1">
                  <a:lumMod val="100000"/>
                </a:schemeClr>
              </a:solidFill>
              <a:latin typeface="+mn-ea"/>
              <a:cs typeface="+mn-ea"/>
              <a:sym typeface="+mn-ea"/>
            </a:endParaRPr>
          </a:p>
        </p:txBody>
      </p:sp>
      <p:sp>
        <p:nvSpPr>
          <p:cNvPr id="79" name="AutoShape 2"/>
          <p:cNvSpPr/>
          <p:nvPr/>
        </p:nvSpPr>
        <p:spPr>
          <a:xfrm>
            <a:off x="0" y="0"/>
            <a:ext cx="8812221" cy="566928"/>
          </a:xfrm>
          <a:prstGeom prst="roundRect">
            <a:avLst>
              <a:gd name="adj" fmla="val 0"/>
            </a:avLst>
          </a:prstGeom>
          <a:solidFill>
            <a:srgbClr val="ED1C29">
              <a:alpha val="100000"/>
            </a:srgbClr>
          </a:solidFill>
          <a:ln w="25400">
            <a:noFill/>
            <a:prstDash val="solid"/>
          </a:ln>
        </p:spPr>
        <p:txBody>
          <a:bodyPr lIns="63500" tIns="63500" rIns="63500" bIns="635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/>
            </a:pPr>
            <a:endParaRPr sz="1055" kern="0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80" name="AutoShape 3"/>
          <p:cNvSpPr/>
          <p:nvPr/>
        </p:nvSpPr>
        <p:spPr>
          <a:xfrm>
            <a:off x="8249792" y="0"/>
            <a:ext cx="2762864" cy="566928"/>
          </a:xfrm>
          <a:prstGeom prst="parallelogram">
            <a:avLst/>
          </a:prstGeom>
          <a:solidFill>
            <a:srgbClr val="005AA9">
              <a:alpha val="100000"/>
            </a:srgbClr>
          </a:solidFill>
          <a:ln w="25400">
            <a:noFill/>
            <a:prstDash val="solid"/>
          </a:ln>
        </p:spPr>
        <p:txBody>
          <a:bodyPr lIns="63500" tIns="63500" rIns="63500" bIns="635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/>
            </a:pPr>
            <a:endParaRPr sz="1055" kern="0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81" name="AutoShape 4"/>
          <p:cNvSpPr/>
          <p:nvPr/>
        </p:nvSpPr>
        <p:spPr>
          <a:xfrm>
            <a:off x="8588375" y="0"/>
            <a:ext cx="3603625" cy="566928"/>
          </a:xfrm>
          <a:prstGeom prst="roundRect">
            <a:avLst>
              <a:gd name="adj" fmla="val 0"/>
            </a:avLst>
          </a:prstGeom>
          <a:solidFill>
            <a:srgbClr val="005AA9">
              <a:alpha val="100000"/>
            </a:srgbClr>
          </a:solidFill>
          <a:ln w="25400">
            <a:noFill/>
            <a:prstDash val="solid"/>
          </a:ln>
        </p:spPr>
        <p:txBody>
          <a:bodyPr lIns="63500" tIns="63500" rIns="63500" bIns="635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/>
            </a:pPr>
            <a:endParaRPr sz="1055" kern="0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pic>
        <p:nvPicPr>
          <p:cNvPr id="82" name="Picture 5"/>
          <p:cNvPicPr>
            <a:picLocks noChangeAspect="1"/>
          </p:cNvPicPr>
          <p:nvPr/>
        </p:nvPicPr>
        <p:blipFill>
          <a:blip r:embed="rId3"/>
          <a:srcRect t="36978" b="45732"/>
          <a:stretch>
            <a:fillRect/>
          </a:stretch>
        </p:blipFill>
        <p:spPr>
          <a:xfrm>
            <a:off x="9364524" y="139920"/>
            <a:ext cx="1549829" cy="267948"/>
          </a:xfrm>
          <a:prstGeom prst="roundRect">
            <a:avLst>
              <a:gd name="adj" fmla="val 0"/>
            </a:avLst>
          </a:prstGeom>
          <a:ln>
            <a:noFill/>
            <a:prstDash val="solid"/>
          </a:ln>
        </p:spPr>
      </p:pic>
      <p:sp>
        <p:nvSpPr>
          <p:cNvPr id="83" name="AutoShape 1"/>
          <p:cNvSpPr/>
          <p:nvPr/>
        </p:nvSpPr>
        <p:spPr>
          <a:xfrm>
            <a:off x="0" y="6473952"/>
            <a:ext cx="8812221" cy="384048"/>
          </a:xfrm>
          <a:prstGeom prst="roundRect">
            <a:avLst>
              <a:gd name="adj" fmla="val 0"/>
            </a:avLst>
          </a:prstGeom>
          <a:solidFill>
            <a:srgbClr val="ED1C29">
              <a:alpha val="100000"/>
            </a:srgbClr>
          </a:solidFill>
          <a:ln w="25400">
            <a:noFill/>
            <a:prstDash val="solid"/>
          </a:ln>
        </p:spPr>
        <p:txBody>
          <a:bodyPr lIns="63500" tIns="63500" rIns="63500" bIns="635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/>
            </a:pPr>
            <a:endParaRPr sz="1010" kern="0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84" name="AutoShape 2"/>
          <p:cNvSpPr/>
          <p:nvPr/>
        </p:nvSpPr>
        <p:spPr>
          <a:xfrm>
            <a:off x="665034" y="6569556"/>
            <a:ext cx="4749800" cy="192841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0" tIns="6350" rIns="0" bIns="0" rtlCol="0" anchor="t">
            <a:spAutoFit/>
          </a:bodyPr>
          <a:lstStyle/>
          <a:p>
            <a:pPr marL="1270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230" b="0" i="0" u="none" strike="noStrike" kern="0">
                <a:solidFill>
                  <a:srgbClr val="FFFFFF"/>
                </a:solidFill>
                <a:latin typeface="Arial" panose="020B0604020202020204"/>
                <a:ea typeface="微软雅黑" panose="020B0503020204020204" charset="-122"/>
                <a:cs typeface="Inter 18pt SemiBold"/>
                <a:sym typeface="Inter 18pt SemiBold"/>
              </a:rPr>
              <a:t>Your Neighbourhood Auto Care Expert</a:t>
            </a:r>
            <a:endParaRPr lang="en-US" sz="1230" b="0" i="0" u="none" strike="noStrike" kern="0">
              <a:solidFill>
                <a:srgbClr val="FFFFFF"/>
              </a:solidFill>
              <a:latin typeface="Arial" panose="020B0604020202020204"/>
              <a:ea typeface="微软雅黑" panose="020B0503020204020204" charset="-122"/>
              <a:cs typeface="Inter 18pt SemiBold"/>
              <a:sym typeface="Inter 18pt SemiBold"/>
            </a:endParaRPr>
          </a:p>
        </p:txBody>
      </p:sp>
      <p:sp>
        <p:nvSpPr>
          <p:cNvPr id="85" name="AutoShape 3"/>
          <p:cNvSpPr/>
          <p:nvPr/>
        </p:nvSpPr>
        <p:spPr>
          <a:xfrm>
            <a:off x="8249792" y="6473952"/>
            <a:ext cx="2762864" cy="384048"/>
          </a:xfrm>
          <a:prstGeom prst="parallelogram">
            <a:avLst/>
          </a:prstGeom>
          <a:solidFill>
            <a:srgbClr val="005AA9">
              <a:alpha val="100000"/>
            </a:srgbClr>
          </a:solidFill>
          <a:ln w="25400">
            <a:noFill/>
            <a:prstDash val="solid"/>
          </a:ln>
        </p:spPr>
        <p:txBody>
          <a:bodyPr lIns="63500" tIns="63500" rIns="63500" bIns="635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/>
            </a:pPr>
            <a:endParaRPr sz="1010" kern="0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86" name="AutoShape 4"/>
          <p:cNvSpPr/>
          <p:nvPr/>
        </p:nvSpPr>
        <p:spPr>
          <a:xfrm>
            <a:off x="8588375" y="6473952"/>
            <a:ext cx="3603625" cy="384048"/>
          </a:xfrm>
          <a:prstGeom prst="roundRect">
            <a:avLst>
              <a:gd name="adj" fmla="val 0"/>
            </a:avLst>
          </a:prstGeom>
          <a:solidFill>
            <a:srgbClr val="005AA9">
              <a:alpha val="100000"/>
            </a:srgbClr>
          </a:solidFill>
          <a:ln w="25400">
            <a:noFill/>
            <a:prstDash val="solid"/>
          </a:ln>
        </p:spPr>
        <p:txBody>
          <a:bodyPr lIns="63500" tIns="63500" rIns="63500" bIns="635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/>
            </a:pPr>
            <a:endParaRPr sz="1010" kern="0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87" name="AutoShape 6"/>
          <p:cNvSpPr/>
          <p:nvPr/>
        </p:nvSpPr>
        <p:spPr>
          <a:xfrm>
            <a:off x="8936037" y="6569556"/>
            <a:ext cx="2908300" cy="192841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0" tIns="6350" rIns="0" bIns="0" rtlCol="0" anchor="t">
            <a:spAutoFit/>
          </a:bodyPr>
          <a:lstStyle/>
          <a:p>
            <a:pPr marL="1270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230" b="0" i="0" u="none" strike="noStrike" kern="0">
                <a:solidFill>
                  <a:srgbClr val="FFFFFF"/>
                </a:solidFill>
                <a:latin typeface="Arial" panose="020B0604020202020204"/>
                <a:ea typeface="微软雅黑" panose="020B0503020204020204" charset="-122"/>
                <a:cs typeface="Inter 18pt SemiBold"/>
                <a:sym typeface="Inter 18pt SemiBold"/>
                <a:hlinkClick r:id="rId3" tooltip="https://www.servauto.com.my/"/>
              </a:rPr>
              <a:t>www.servauto.com.my</a:t>
            </a:r>
            <a:endParaRPr lang="en-US" sz="1230" b="0" i="0" u="none" strike="noStrike" kern="0">
              <a:solidFill>
                <a:srgbClr val="FFFFFF"/>
              </a:solidFill>
              <a:latin typeface="Arial" panose="020B0604020202020204"/>
              <a:ea typeface="微软雅黑" panose="020B0503020204020204" charset="-122"/>
              <a:cs typeface="Inter 18pt SemiBold"/>
              <a:sym typeface="Inter 18pt SemiBold"/>
              <a:hlinkClick r:id="rId3" tooltip="https://www.servauto.com.my/"/>
            </a:endParaRPr>
          </a:p>
        </p:txBody>
      </p:sp>
      <p:sp>
        <p:nvSpPr>
          <p:cNvPr id="88" name="TextBox 87"/>
          <p:cNvSpPr txBox="1"/>
          <p:nvPr/>
        </p:nvSpPr>
        <p:spPr>
          <a:xfrm>
            <a:off x="667512" y="82296"/>
            <a:ext cx="841248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ServAuto 服务顾问培训 | Service Advisor Training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12648" y="585216"/>
            <a:ext cx="1097280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500" b="1">
                <a:solidFill>
                  <a:srgbClr val="0B1D35"/>
                </a:solidFill>
                <a:latin typeface="微软雅黑"/>
                <a:ea typeface="微软雅黑"/>
                <a:cs typeface="微软雅黑"/>
              </a:rPr>
              <a:t>Content Quota &amp; Delivery Standard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612648" y="1060704"/>
            <a:ext cx="10972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6E8299"/>
                </a:solidFill>
                <a:latin typeface="微软雅黑"/>
                <a:ea typeface="微软雅黑"/>
                <a:cs typeface="微软雅黑"/>
              </a:rPr>
              <a:t>内容配额与交付标准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612648" y="1371600"/>
            <a:ext cx="10972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ED1C29"/>
                </a:solidFill>
                <a:latin typeface="微软雅黑"/>
                <a:ea typeface="微软雅黑"/>
                <a:cs typeface="微软雅黑"/>
              </a:rPr>
              <a:t>RED LINE · 配额不达标，直接卡认证</a:t>
            </a:r>
          </a:p>
        </p:txBody>
      </p:sp>
      <p:sp>
        <p:nvSpPr>
          <p:cNvPr id="92" name="Rectangle 91"/>
          <p:cNvSpPr/>
          <p:nvPr/>
        </p:nvSpPr>
        <p:spPr>
          <a:xfrm>
            <a:off x="612648" y="1682496"/>
            <a:ext cx="10972800" cy="29260"/>
          </a:xfrm>
          <a:prstGeom prst="rect">
            <a:avLst/>
          </a:prstGeom>
          <a:solidFill>
            <a:srgbClr val="ED1C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9" name="AutoShape 2"/>
          <p:cNvSpPr/>
          <p:nvPr/>
        </p:nvSpPr>
        <p:spPr>
          <a:xfrm>
            <a:off x="0" y="0"/>
            <a:ext cx="8812221" cy="566928"/>
          </a:xfrm>
          <a:prstGeom prst="roundRect">
            <a:avLst>
              <a:gd name="adj" fmla="val 0"/>
            </a:avLst>
          </a:prstGeom>
          <a:solidFill>
            <a:srgbClr val="ED1C29">
              <a:alpha val="100000"/>
            </a:srgbClr>
          </a:solidFill>
          <a:ln w="25400">
            <a:noFill/>
            <a:prstDash val="solid"/>
          </a:ln>
        </p:spPr>
        <p:txBody>
          <a:bodyPr lIns="63500" tIns="63500" rIns="63500" bIns="635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/>
            </a:pPr>
            <a:endParaRPr sz="1055" kern="0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80" name="AutoShape 3"/>
          <p:cNvSpPr/>
          <p:nvPr/>
        </p:nvSpPr>
        <p:spPr>
          <a:xfrm>
            <a:off x="8249792" y="0"/>
            <a:ext cx="2762864" cy="566928"/>
          </a:xfrm>
          <a:prstGeom prst="parallelogram">
            <a:avLst/>
          </a:prstGeom>
          <a:solidFill>
            <a:srgbClr val="005AA9">
              <a:alpha val="100000"/>
            </a:srgbClr>
          </a:solidFill>
          <a:ln w="25400">
            <a:noFill/>
            <a:prstDash val="solid"/>
          </a:ln>
        </p:spPr>
        <p:txBody>
          <a:bodyPr lIns="63500" tIns="63500" rIns="63500" bIns="635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/>
            </a:pPr>
            <a:endParaRPr sz="1055" kern="0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81" name="AutoShape 4"/>
          <p:cNvSpPr/>
          <p:nvPr/>
        </p:nvSpPr>
        <p:spPr>
          <a:xfrm>
            <a:off x="8588375" y="0"/>
            <a:ext cx="3603625" cy="566928"/>
          </a:xfrm>
          <a:prstGeom prst="roundRect">
            <a:avLst>
              <a:gd name="adj" fmla="val 0"/>
            </a:avLst>
          </a:prstGeom>
          <a:solidFill>
            <a:srgbClr val="005AA9">
              <a:alpha val="100000"/>
            </a:srgbClr>
          </a:solidFill>
          <a:ln w="25400">
            <a:noFill/>
            <a:prstDash val="solid"/>
          </a:ln>
        </p:spPr>
        <p:txBody>
          <a:bodyPr lIns="63500" tIns="63500" rIns="63500" bIns="635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/>
            </a:pPr>
            <a:endParaRPr sz="1055" kern="0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pic>
        <p:nvPicPr>
          <p:cNvPr id="82" name="Picture 5"/>
          <p:cNvPicPr>
            <a:picLocks noChangeAspect="1"/>
          </p:cNvPicPr>
          <p:nvPr/>
        </p:nvPicPr>
        <p:blipFill>
          <a:blip r:embed="rId3"/>
          <a:srcRect t="36978" b="45732"/>
          <a:stretch>
            <a:fillRect/>
          </a:stretch>
        </p:blipFill>
        <p:spPr>
          <a:xfrm>
            <a:off x="9364524" y="139920"/>
            <a:ext cx="1549829" cy="267948"/>
          </a:xfrm>
          <a:prstGeom prst="roundRect">
            <a:avLst>
              <a:gd name="adj" fmla="val 0"/>
            </a:avLst>
          </a:prstGeom>
          <a:ln>
            <a:noFill/>
            <a:prstDash val="solid"/>
          </a:ln>
        </p:spPr>
      </p:pic>
      <p:sp>
        <p:nvSpPr>
          <p:cNvPr id="83" name="AutoShape 1"/>
          <p:cNvSpPr/>
          <p:nvPr/>
        </p:nvSpPr>
        <p:spPr>
          <a:xfrm>
            <a:off x="0" y="6473952"/>
            <a:ext cx="8812221" cy="384048"/>
          </a:xfrm>
          <a:prstGeom prst="roundRect">
            <a:avLst>
              <a:gd name="adj" fmla="val 0"/>
            </a:avLst>
          </a:prstGeom>
          <a:solidFill>
            <a:srgbClr val="ED1C29">
              <a:alpha val="100000"/>
            </a:srgbClr>
          </a:solidFill>
          <a:ln w="25400">
            <a:noFill/>
            <a:prstDash val="solid"/>
          </a:ln>
        </p:spPr>
        <p:txBody>
          <a:bodyPr lIns="63500" tIns="63500" rIns="63500" bIns="635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/>
            </a:pPr>
            <a:endParaRPr sz="1010" kern="0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84" name="AutoShape 2"/>
          <p:cNvSpPr/>
          <p:nvPr/>
        </p:nvSpPr>
        <p:spPr>
          <a:xfrm>
            <a:off x="665034" y="6569556"/>
            <a:ext cx="4749800" cy="192841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0" tIns="6350" rIns="0" bIns="0" rtlCol="0" anchor="t">
            <a:spAutoFit/>
          </a:bodyPr>
          <a:lstStyle/>
          <a:p>
            <a:pPr marL="1270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230" b="0" i="0" u="none" strike="noStrike" kern="0">
                <a:solidFill>
                  <a:srgbClr val="FFFFFF"/>
                </a:solidFill>
                <a:latin typeface="Arial" panose="020B0604020202020204"/>
                <a:ea typeface="微软雅黑" panose="020B0503020204020204" charset="-122"/>
                <a:cs typeface="Inter 18pt SemiBold"/>
                <a:sym typeface="Inter 18pt SemiBold"/>
              </a:rPr>
              <a:t>Your Neighbourhood Auto Care Expert</a:t>
            </a:r>
            <a:endParaRPr lang="en-US" sz="1230" b="0" i="0" u="none" strike="noStrike" kern="0">
              <a:solidFill>
                <a:srgbClr val="FFFFFF"/>
              </a:solidFill>
              <a:latin typeface="Arial" panose="020B0604020202020204"/>
              <a:ea typeface="微软雅黑" panose="020B0503020204020204" charset="-122"/>
              <a:cs typeface="Inter 18pt SemiBold"/>
              <a:sym typeface="Inter 18pt SemiBold"/>
            </a:endParaRPr>
          </a:p>
        </p:txBody>
      </p:sp>
      <p:sp>
        <p:nvSpPr>
          <p:cNvPr id="85" name="AutoShape 3"/>
          <p:cNvSpPr/>
          <p:nvPr/>
        </p:nvSpPr>
        <p:spPr>
          <a:xfrm>
            <a:off x="8249792" y="6473952"/>
            <a:ext cx="2762864" cy="384048"/>
          </a:xfrm>
          <a:prstGeom prst="parallelogram">
            <a:avLst/>
          </a:prstGeom>
          <a:solidFill>
            <a:srgbClr val="005AA9">
              <a:alpha val="100000"/>
            </a:srgbClr>
          </a:solidFill>
          <a:ln w="25400">
            <a:noFill/>
            <a:prstDash val="solid"/>
          </a:ln>
        </p:spPr>
        <p:txBody>
          <a:bodyPr lIns="63500" tIns="63500" rIns="63500" bIns="635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/>
            </a:pPr>
            <a:endParaRPr sz="1010" kern="0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86" name="AutoShape 4"/>
          <p:cNvSpPr/>
          <p:nvPr/>
        </p:nvSpPr>
        <p:spPr>
          <a:xfrm>
            <a:off x="8588375" y="6473952"/>
            <a:ext cx="3603625" cy="384048"/>
          </a:xfrm>
          <a:prstGeom prst="roundRect">
            <a:avLst>
              <a:gd name="adj" fmla="val 0"/>
            </a:avLst>
          </a:prstGeom>
          <a:solidFill>
            <a:srgbClr val="005AA9">
              <a:alpha val="100000"/>
            </a:srgbClr>
          </a:solidFill>
          <a:ln w="25400">
            <a:noFill/>
            <a:prstDash val="solid"/>
          </a:ln>
        </p:spPr>
        <p:txBody>
          <a:bodyPr lIns="63500" tIns="63500" rIns="63500" bIns="635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/>
            </a:pPr>
            <a:endParaRPr sz="1010" kern="0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87" name="AutoShape 6"/>
          <p:cNvSpPr/>
          <p:nvPr/>
        </p:nvSpPr>
        <p:spPr>
          <a:xfrm>
            <a:off x="8936037" y="6569556"/>
            <a:ext cx="2908300" cy="192841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0" tIns="6350" rIns="0" bIns="0" rtlCol="0" anchor="t">
            <a:spAutoFit/>
          </a:bodyPr>
          <a:lstStyle/>
          <a:p>
            <a:pPr marL="1270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230" b="0" i="0" u="none" strike="noStrike" kern="0">
                <a:solidFill>
                  <a:srgbClr val="FFFFFF"/>
                </a:solidFill>
                <a:latin typeface="Arial" panose="020B0604020202020204"/>
                <a:ea typeface="微软雅黑" panose="020B0503020204020204" charset="-122"/>
                <a:cs typeface="Inter 18pt SemiBold"/>
                <a:sym typeface="Inter 18pt SemiBold"/>
                <a:hlinkClick r:id="rId3" tooltip="https://www.servauto.com.my/"/>
              </a:rPr>
              <a:t>www.servauto.com.my</a:t>
            </a:r>
            <a:endParaRPr lang="en-US" sz="1230" b="0" i="0" u="none" strike="noStrike" kern="0">
              <a:solidFill>
                <a:srgbClr val="FFFFFF"/>
              </a:solidFill>
              <a:latin typeface="Arial" panose="020B0604020202020204"/>
              <a:ea typeface="微软雅黑" panose="020B0503020204020204" charset="-122"/>
              <a:cs typeface="Inter 18pt SemiBold"/>
              <a:sym typeface="Inter 18pt SemiBold"/>
              <a:hlinkClick r:id="rId3" tooltip="https://www.servauto.com.my/"/>
            </a:endParaRPr>
          </a:p>
        </p:txBody>
      </p:sp>
      <p:sp>
        <p:nvSpPr>
          <p:cNvPr id="88" name="TextBox 87"/>
          <p:cNvSpPr txBox="1"/>
          <p:nvPr/>
        </p:nvSpPr>
        <p:spPr>
          <a:xfrm>
            <a:off x="667512" y="82296"/>
            <a:ext cx="841248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ServAuto 服务顾问培训 | Service Advisor Training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12648" y="585216"/>
            <a:ext cx="1097280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500" b="1">
                <a:solidFill>
                  <a:srgbClr val="0B1D35"/>
                </a:solidFill>
                <a:latin typeface="微软雅黑"/>
                <a:ea typeface="微软雅黑"/>
                <a:cs typeface="微软雅黑"/>
              </a:rPr>
              <a:t>Systems &amp; Daily Operations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612648" y="1060704"/>
            <a:ext cx="10972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6E8299"/>
                </a:solidFill>
                <a:latin typeface="微软雅黑"/>
                <a:ea typeface="微软雅黑"/>
                <a:cs typeface="微软雅黑"/>
              </a:rPr>
              <a:t>系统工具与日常运营</a:t>
            </a:r>
          </a:p>
        </p:txBody>
      </p:sp>
      <p:sp>
        <p:nvSpPr>
          <p:cNvPr id="91" name="Rectangle 90"/>
          <p:cNvSpPr/>
          <p:nvPr/>
        </p:nvSpPr>
        <p:spPr>
          <a:xfrm>
            <a:off x="612648" y="1682496"/>
            <a:ext cx="10972800" cy="29260"/>
          </a:xfrm>
          <a:prstGeom prst="rect">
            <a:avLst/>
          </a:prstGeom>
          <a:solidFill>
            <a:srgbClr val="ED1C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ounded Rectangle 91"/>
          <p:cNvSpPr/>
          <p:nvPr/>
        </p:nvSpPr>
        <p:spPr>
          <a:xfrm>
            <a:off x="640080" y="1792224"/>
            <a:ext cx="5394960" cy="438912"/>
          </a:xfrm>
          <a:prstGeom prst="roundRect">
            <a:avLst>
              <a:gd name="adj" fmla="val 16000"/>
            </a:avLst>
          </a:prstGeom>
          <a:solidFill>
            <a:srgbClr val="005A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786384" y="1819656"/>
            <a:ext cx="510235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系统工具  |  Systems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640080" y="2340864"/>
            <a:ext cx="5394960" cy="896112"/>
          </a:xfrm>
          <a:prstGeom prst="roundRect">
            <a:avLst>
              <a:gd name="adj" fmla="val 10000"/>
            </a:avLst>
          </a:prstGeom>
          <a:solidFill>
            <a:srgbClr val="EB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640080" y="2340864"/>
            <a:ext cx="45720" cy="896112"/>
          </a:xfrm>
          <a:prstGeom prst="rect">
            <a:avLst/>
          </a:prstGeom>
          <a:solidFill>
            <a:srgbClr val="ED1C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795528" y="2377440"/>
            <a:ext cx="36576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ED1C29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207007" y="2377440"/>
            <a:ext cx="468172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1">
                <a:solidFill>
                  <a:srgbClr val="0B1D35"/>
                </a:solidFill>
                <a:latin typeface="微软雅黑"/>
                <a:ea typeface="微软雅黑"/>
                <a:cs typeface="微软雅黑"/>
              </a:rPr>
              <a:t>工单系统  /  Job Card System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207007" y="2660903"/>
            <a:ext cx="4663440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1F2329"/>
                </a:solidFill>
                <a:latin typeface="微软雅黑"/>
                <a:ea typeface="微软雅黑"/>
                <a:cs typeface="微软雅黑"/>
              </a:rPr>
              <a:t>工单系统 —— 开立与更新</a:t>
            </a:r>
          </a:p>
          <a:p>
            <a:pPr algn="l">
              <a:lnSpc>
                <a:spcPct val="106000"/>
              </a:lnSpc>
              <a:spcBef>
                <a:spcPts val="100"/>
              </a:spcBef>
            </a:pPr>
            <a:r>
              <a:rPr sz="780" b="0">
                <a:solidFill>
                  <a:srgbClr val="6E8299"/>
                </a:solidFill>
                <a:latin typeface="微软雅黑"/>
                <a:ea typeface="微软雅黑"/>
                <a:cs typeface="微软雅黑"/>
              </a:rPr>
              <a:t>Job card system - create and update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640080" y="3310128"/>
            <a:ext cx="5394960" cy="896112"/>
          </a:xfrm>
          <a:prstGeom prst="roundRect">
            <a:avLst>
              <a:gd name="adj" fmla="val 10000"/>
            </a:avLst>
          </a:prstGeom>
          <a:solidFill>
            <a:srgbClr val="EB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640080" y="3310128"/>
            <a:ext cx="45720" cy="896112"/>
          </a:xfrm>
          <a:prstGeom prst="rect">
            <a:avLst/>
          </a:prstGeom>
          <a:solidFill>
            <a:srgbClr val="ED1C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795528" y="3346704"/>
            <a:ext cx="36576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ED1C29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207007" y="3346704"/>
            <a:ext cx="468172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1">
                <a:solidFill>
                  <a:srgbClr val="0B1D35"/>
                </a:solidFill>
                <a:latin typeface="微软雅黑"/>
                <a:ea typeface="微软雅黑"/>
                <a:cs typeface="微软雅黑"/>
              </a:rPr>
              <a:t>客户建档  /  Customer Profile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207007" y="3630168"/>
            <a:ext cx="4663440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1F2329"/>
                </a:solidFill>
                <a:latin typeface="微软雅黑"/>
                <a:ea typeface="微软雅黑"/>
                <a:cs typeface="微软雅黑"/>
              </a:rPr>
              <a:t>客户建档 —— 字段填写完整</a:t>
            </a:r>
          </a:p>
          <a:p>
            <a:pPr algn="l">
              <a:lnSpc>
                <a:spcPct val="106000"/>
              </a:lnSpc>
              <a:spcBef>
                <a:spcPts val="100"/>
              </a:spcBef>
            </a:pPr>
            <a:r>
              <a:rPr sz="780" b="0">
                <a:solidFill>
                  <a:srgbClr val="6E8299"/>
                </a:solidFill>
                <a:latin typeface="微软雅黑"/>
                <a:ea typeface="微软雅黑"/>
                <a:cs typeface="微软雅黑"/>
              </a:rPr>
              <a:t>Customer profile - complete every field</a:t>
            </a:r>
          </a:p>
        </p:txBody>
      </p:sp>
      <p:sp>
        <p:nvSpPr>
          <p:cNvPr id="104" name="Rounded Rectangle 103"/>
          <p:cNvSpPr/>
          <p:nvPr/>
        </p:nvSpPr>
        <p:spPr>
          <a:xfrm>
            <a:off x="640080" y="4279392"/>
            <a:ext cx="5394960" cy="896112"/>
          </a:xfrm>
          <a:prstGeom prst="roundRect">
            <a:avLst>
              <a:gd name="adj" fmla="val 10000"/>
            </a:avLst>
          </a:prstGeom>
          <a:solidFill>
            <a:srgbClr val="EB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640080" y="4279392"/>
            <a:ext cx="45720" cy="896112"/>
          </a:xfrm>
          <a:prstGeom prst="rect">
            <a:avLst/>
          </a:prstGeom>
          <a:solidFill>
            <a:srgbClr val="ED1C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795528" y="4315968"/>
            <a:ext cx="36576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ED1C29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1207007" y="4315968"/>
            <a:ext cx="468172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1">
                <a:solidFill>
                  <a:srgbClr val="0B1D35"/>
                </a:solidFill>
                <a:latin typeface="微软雅黑"/>
                <a:ea typeface="微软雅黑"/>
                <a:cs typeface="微软雅黑"/>
              </a:rPr>
              <a:t>库存查询  /  Stock Check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207007" y="4599431"/>
            <a:ext cx="4663440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1F2329"/>
                </a:solidFill>
                <a:latin typeface="微软雅黑"/>
                <a:ea typeface="微软雅黑"/>
                <a:cs typeface="微软雅黑"/>
              </a:rPr>
              <a:t>库存与配件查询</a:t>
            </a:r>
          </a:p>
          <a:p>
            <a:pPr algn="l">
              <a:lnSpc>
                <a:spcPct val="106000"/>
              </a:lnSpc>
              <a:spcBef>
                <a:spcPts val="100"/>
              </a:spcBef>
            </a:pPr>
            <a:r>
              <a:rPr sz="780" b="0">
                <a:solidFill>
                  <a:srgbClr val="6E8299"/>
                </a:solidFill>
                <a:latin typeface="微软雅黑"/>
                <a:ea typeface="微软雅黑"/>
                <a:cs typeface="微软雅黑"/>
              </a:rPr>
              <a:t>Check stock and part availability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640080" y="5248656"/>
            <a:ext cx="5394960" cy="896112"/>
          </a:xfrm>
          <a:prstGeom prst="roundRect">
            <a:avLst>
              <a:gd name="adj" fmla="val 10000"/>
            </a:avLst>
          </a:prstGeom>
          <a:solidFill>
            <a:srgbClr val="EB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640080" y="5248656"/>
            <a:ext cx="45720" cy="896112"/>
          </a:xfrm>
          <a:prstGeom prst="rect">
            <a:avLst/>
          </a:prstGeom>
          <a:solidFill>
            <a:srgbClr val="ED1C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795528" y="5285232"/>
            <a:ext cx="36576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ED1C29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207007" y="5285232"/>
            <a:ext cx="468172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1">
                <a:solidFill>
                  <a:srgbClr val="0B1D35"/>
                </a:solidFill>
                <a:latin typeface="微软雅黑"/>
                <a:ea typeface="微软雅黑"/>
                <a:cs typeface="微软雅黑"/>
              </a:rPr>
              <a:t>系统内收款  /  In-System Payment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207007" y="5568696"/>
            <a:ext cx="4663440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1F2329"/>
                </a:solidFill>
                <a:latin typeface="微软雅黑"/>
                <a:ea typeface="微软雅黑"/>
                <a:cs typeface="微软雅黑"/>
              </a:rPr>
              <a:t>系统内收款与核销</a:t>
            </a:r>
          </a:p>
          <a:p>
            <a:pPr algn="l">
              <a:lnSpc>
                <a:spcPct val="106000"/>
              </a:lnSpc>
              <a:spcBef>
                <a:spcPts val="100"/>
              </a:spcBef>
            </a:pPr>
            <a:r>
              <a:rPr sz="780" b="0">
                <a:solidFill>
                  <a:srgbClr val="6E8299"/>
                </a:solidFill>
                <a:latin typeface="微软雅黑"/>
                <a:ea typeface="微软雅黑"/>
                <a:cs typeface="微软雅黑"/>
              </a:rPr>
              <a:t>Take payment and redeem inside the system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6309360" y="1792224"/>
            <a:ext cx="5394960" cy="438912"/>
          </a:xfrm>
          <a:prstGeom prst="roundRect">
            <a:avLst>
              <a:gd name="adj" fmla="val 16000"/>
            </a:avLst>
          </a:prstGeom>
          <a:solidFill>
            <a:srgbClr val="005A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6455664" y="1819656"/>
            <a:ext cx="510235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日常节奏  |  Daily Rhythm</a:t>
            </a:r>
          </a:p>
        </p:txBody>
      </p:sp>
      <p:sp>
        <p:nvSpPr>
          <p:cNvPr id="116" name="Rounded Rectangle 115"/>
          <p:cNvSpPr/>
          <p:nvPr/>
        </p:nvSpPr>
        <p:spPr>
          <a:xfrm>
            <a:off x="6309360" y="2340864"/>
            <a:ext cx="5394960" cy="896112"/>
          </a:xfrm>
          <a:prstGeom prst="roundRect">
            <a:avLst>
              <a:gd name="adj" fmla="val 10000"/>
            </a:avLst>
          </a:prstGeom>
          <a:solidFill>
            <a:srgbClr val="EB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6309360" y="2340864"/>
            <a:ext cx="45720" cy="896112"/>
          </a:xfrm>
          <a:prstGeom prst="rect">
            <a:avLst/>
          </a:prstGeom>
          <a:solidFill>
            <a:srgbClr val="ED1C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6464808" y="2377440"/>
            <a:ext cx="36576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ED1C29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6876288" y="2377440"/>
            <a:ext cx="468172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1">
                <a:solidFill>
                  <a:srgbClr val="0B1D35"/>
                </a:solidFill>
                <a:latin typeface="微软雅黑"/>
                <a:ea typeface="微软雅黑"/>
                <a:cs typeface="微软雅黑"/>
              </a:rPr>
              <a:t>每日早会  /  Morning Meeting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6876288" y="2660903"/>
            <a:ext cx="4663440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1F2329"/>
                </a:solidFill>
                <a:latin typeface="微软雅黑"/>
                <a:ea typeface="微软雅黑"/>
                <a:cs typeface="微软雅黑"/>
              </a:rPr>
              <a:t>每日早会 10 分钟</a:t>
            </a:r>
          </a:p>
          <a:p>
            <a:pPr algn="l">
              <a:lnSpc>
                <a:spcPct val="106000"/>
              </a:lnSpc>
              <a:spcBef>
                <a:spcPts val="100"/>
              </a:spcBef>
            </a:pPr>
            <a:r>
              <a:rPr sz="780" b="0">
                <a:solidFill>
                  <a:srgbClr val="6E8299"/>
                </a:solidFill>
                <a:latin typeface="微软雅黑"/>
                <a:ea typeface="微软雅黑"/>
                <a:cs typeface="微软雅黑"/>
              </a:rPr>
              <a:t>Morning meeting - 10 minutes daily</a:t>
            </a:r>
          </a:p>
        </p:txBody>
      </p:sp>
      <p:sp>
        <p:nvSpPr>
          <p:cNvPr id="121" name="Rounded Rectangle 120"/>
          <p:cNvSpPr/>
          <p:nvPr/>
        </p:nvSpPr>
        <p:spPr>
          <a:xfrm>
            <a:off x="6309360" y="3310128"/>
            <a:ext cx="5394960" cy="896112"/>
          </a:xfrm>
          <a:prstGeom prst="roundRect">
            <a:avLst>
              <a:gd name="adj" fmla="val 10000"/>
            </a:avLst>
          </a:prstGeom>
          <a:solidFill>
            <a:srgbClr val="EB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6309360" y="3310128"/>
            <a:ext cx="45720" cy="896112"/>
          </a:xfrm>
          <a:prstGeom prst="rect">
            <a:avLst/>
          </a:prstGeom>
          <a:solidFill>
            <a:srgbClr val="ED1C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6464808" y="3346704"/>
            <a:ext cx="36576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ED1C29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6876288" y="3346704"/>
            <a:ext cx="468172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1">
                <a:solidFill>
                  <a:srgbClr val="0B1D35"/>
                </a:solidFill>
                <a:latin typeface="微软雅黑"/>
                <a:ea typeface="微软雅黑"/>
                <a:cs typeface="微软雅黑"/>
              </a:rPr>
              <a:t>离店前日报  /  Daily Report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6876288" y="3630168"/>
            <a:ext cx="4663440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1F2329"/>
                </a:solidFill>
                <a:latin typeface="微软雅黑"/>
                <a:ea typeface="微软雅黑"/>
                <a:cs typeface="微软雅黑"/>
              </a:rPr>
              <a:t>离店前完成日报</a:t>
            </a:r>
          </a:p>
          <a:p>
            <a:pPr algn="l">
              <a:lnSpc>
                <a:spcPct val="106000"/>
              </a:lnSpc>
              <a:spcBef>
                <a:spcPts val="100"/>
              </a:spcBef>
            </a:pPr>
            <a:r>
              <a:rPr sz="780" b="0">
                <a:solidFill>
                  <a:srgbClr val="6E8299"/>
                </a:solidFill>
                <a:latin typeface="微软雅黑"/>
                <a:ea typeface="微软雅黑"/>
                <a:cs typeface="微软雅黑"/>
              </a:rPr>
              <a:t>Daily report before you leave</a:t>
            </a:r>
          </a:p>
        </p:txBody>
      </p:sp>
      <p:sp>
        <p:nvSpPr>
          <p:cNvPr id="126" name="Rounded Rectangle 125"/>
          <p:cNvSpPr/>
          <p:nvPr/>
        </p:nvSpPr>
        <p:spPr>
          <a:xfrm>
            <a:off x="6309360" y="4279392"/>
            <a:ext cx="5394960" cy="896112"/>
          </a:xfrm>
          <a:prstGeom prst="roundRect">
            <a:avLst>
              <a:gd name="adj" fmla="val 10000"/>
            </a:avLst>
          </a:prstGeom>
          <a:solidFill>
            <a:srgbClr val="EB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6309360" y="4279392"/>
            <a:ext cx="45720" cy="896112"/>
          </a:xfrm>
          <a:prstGeom prst="rect">
            <a:avLst/>
          </a:prstGeom>
          <a:solidFill>
            <a:srgbClr val="ED1C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6464808" y="4315968"/>
            <a:ext cx="36576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ED1C29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876288" y="4315968"/>
            <a:ext cx="468172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1">
                <a:solidFill>
                  <a:srgbClr val="0B1D35"/>
                </a:solidFill>
                <a:latin typeface="微软雅黑"/>
                <a:ea typeface="微软雅黑"/>
                <a:cs typeface="微软雅黑"/>
              </a:rPr>
              <a:t>交接班记录  /  Shift Handover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6876288" y="4599431"/>
            <a:ext cx="4663440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1F2329"/>
                </a:solidFill>
                <a:latin typeface="微软雅黑"/>
                <a:ea typeface="微软雅黑"/>
                <a:cs typeface="微软雅黑"/>
              </a:rPr>
              <a:t>交接班记录</a:t>
            </a:r>
          </a:p>
          <a:p>
            <a:pPr algn="l">
              <a:lnSpc>
                <a:spcPct val="106000"/>
              </a:lnSpc>
              <a:spcBef>
                <a:spcPts val="100"/>
              </a:spcBef>
            </a:pPr>
            <a:r>
              <a:rPr sz="780" b="0">
                <a:solidFill>
                  <a:srgbClr val="6E8299"/>
                </a:solidFill>
                <a:latin typeface="微软雅黑"/>
                <a:ea typeface="微软雅黑"/>
                <a:cs typeface="微软雅黑"/>
              </a:rPr>
              <a:t>Handover notes between shifts</a:t>
            </a:r>
          </a:p>
        </p:txBody>
      </p:sp>
      <p:sp>
        <p:nvSpPr>
          <p:cNvPr id="131" name="Rounded Rectangle 130"/>
          <p:cNvSpPr/>
          <p:nvPr/>
        </p:nvSpPr>
        <p:spPr>
          <a:xfrm>
            <a:off x="6309360" y="5248656"/>
            <a:ext cx="5394960" cy="896112"/>
          </a:xfrm>
          <a:prstGeom prst="roundRect">
            <a:avLst>
              <a:gd name="adj" fmla="val 10000"/>
            </a:avLst>
          </a:prstGeom>
          <a:solidFill>
            <a:srgbClr val="EB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Rectangle 131"/>
          <p:cNvSpPr/>
          <p:nvPr/>
        </p:nvSpPr>
        <p:spPr>
          <a:xfrm>
            <a:off x="6309360" y="5248656"/>
            <a:ext cx="45720" cy="896112"/>
          </a:xfrm>
          <a:prstGeom prst="rect">
            <a:avLst/>
          </a:prstGeom>
          <a:solidFill>
            <a:srgbClr val="ED1C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6464808" y="5285232"/>
            <a:ext cx="36576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ED1C29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6876288" y="5285232"/>
            <a:ext cx="468172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1">
                <a:solidFill>
                  <a:srgbClr val="0B1D35"/>
                </a:solidFill>
                <a:latin typeface="微软雅黑"/>
                <a:ea typeface="微软雅黑"/>
                <a:cs typeface="微软雅黑"/>
              </a:rPr>
              <a:t>及时升级  /  Escalate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6876288" y="5568696"/>
            <a:ext cx="4663440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1F2329"/>
                </a:solidFill>
                <a:latin typeface="微软雅黑"/>
                <a:ea typeface="微软雅黑"/>
                <a:cs typeface="微软雅黑"/>
              </a:rPr>
              <a:t>无法处理的问题及时升级</a:t>
            </a:r>
          </a:p>
          <a:p>
            <a:pPr algn="l">
              <a:lnSpc>
                <a:spcPct val="106000"/>
              </a:lnSpc>
              <a:spcBef>
                <a:spcPts val="100"/>
              </a:spcBef>
            </a:pPr>
            <a:r>
              <a:rPr sz="780" b="0">
                <a:solidFill>
                  <a:srgbClr val="6E8299"/>
                </a:solidFill>
                <a:latin typeface="微软雅黑"/>
                <a:ea typeface="微软雅黑"/>
                <a:cs typeface="微软雅黑"/>
              </a:rPr>
              <a:t>Escalate anything you cannot resolve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5" name="矩形: 圆角 2"/>
          <p:cNvSpPr/>
          <p:nvPr/>
        </p:nvSpPr>
        <p:spPr>
          <a:xfrm>
            <a:off x="692467" y="2924057"/>
            <a:ext cx="2383286" cy="1773328"/>
          </a:xfrm>
          <a:prstGeom prst="roundRect">
            <a:avLst>
              <a:gd name="adj" fmla="val 5768"/>
            </a:avLst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4" name="Rounded Rectangle 43"/>
          <p:cNvSpPr/>
          <p:nvPr/>
        </p:nvSpPr>
        <p:spPr>
          <a:xfrm>
            <a:off x="764540" y="4754880"/>
            <a:ext cx="2383790" cy="1280160"/>
          </a:xfrm>
          <a:prstGeom prst="roundRect">
            <a:avLst>
              <a:gd name="adj" fmla="val 6000"/>
            </a:avLst>
          </a:prstGeom>
          <a:solidFill>
            <a:srgbClr val="EB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3570709" y="4754880"/>
            <a:ext cx="2239692" cy="1280160"/>
          </a:xfrm>
          <a:prstGeom prst="roundRect">
            <a:avLst>
              <a:gd name="adj" fmla="val 6000"/>
            </a:avLst>
          </a:prstGeom>
          <a:solidFill>
            <a:srgbClr val="EB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6375884" y="4754880"/>
            <a:ext cx="2239692" cy="1280160"/>
          </a:xfrm>
          <a:prstGeom prst="roundRect">
            <a:avLst>
              <a:gd name="adj" fmla="val 6000"/>
            </a:avLst>
          </a:prstGeom>
          <a:solidFill>
            <a:srgbClr val="EB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9181694" y="4754880"/>
            <a:ext cx="2239692" cy="1280160"/>
          </a:xfrm>
          <a:prstGeom prst="roundRect">
            <a:avLst>
              <a:gd name="adj" fmla="val 6000"/>
            </a:avLst>
          </a:prstGeom>
          <a:solidFill>
            <a:srgbClr val="EB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矩形 8"/>
          <p:cNvSpPr/>
          <p:nvPr/>
        </p:nvSpPr>
        <p:spPr>
          <a:xfrm>
            <a:off x="764540" y="4791456"/>
            <a:ext cx="2383790" cy="1188720"/>
          </a:xfrm>
          <a:prstGeom prst="rect">
            <a:avLst/>
          </a:prstGeom>
        </p:spPr>
        <p:txBody>
          <a:bodyPr wrap="square" lIns="0" tIns="0" rIns="0" bIns="0">
            <a:noAutofit/>
          </a:bodyPr>
          <a:lstStyle/>
          <a:p>
            <a:pPr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en-US" sz="950" b="0">
                <a:solidFill>
                  <a:srgbClr val="1F2329"/>
                </a:solidFill>
                <a:latin typeface="微软雅黑" panose="020B0604020202020204"/>
                <a:ea typeface="微软雅黑" panose="020B0503020204020204" charset="-122"/>
                <a:cs typeface="微软雅黑"/>
              </a:rPr>
              <a:t>入职融入与跟岗
通过形象与礼仪检查</a:t>
            </a:r>
            <a:endParaRPr lang="en-US" altLang="en-US" sz="1350">
              <a:solidFill>
                <a:schemeClr val="tx1">
                  <a:lumMod val="85000"/>
                  <a:lumOff val="15000"/>
                </a:schemeClr>
              </a:solidFill>
              <a:latin typeface="Arial" panose="020B0604020202020204"/>
              <a:ea typeface="微软雅黑" panose="020B0503020204020204" charset="-122"/>
            </a:endParaRPr>
          </a:p>
          <a:p>
            <a:pPr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780" b="0">
                <a:solidFill>
                  <a:srgbClr val="6E8299"/>
                </a:solidFill>
                <a:latin typeface="微软雅黑"/>
                <a:ea typeface="微软雅黑"/>
                <a:cs typeface="微软雅黑"/>
              </a:rPr>
              <a:t>Onboard and shadow
Pass the image and etiquette check</a:t>
            </a:r>
            <a:endParaRPr lang="zh-CN" altLang="en-US" sz="950">
              <a:solidFill>
                <a:srgbClr val="6E8299"/>
              </a:solidFill>
              <a:latin typeface="+mn-ea"/>
              <a:cs typeface="+mn-ea"/>
            </a:endParaRPr>
          </a:p>
        </p:txBody>
      </p:sp>
      <p:sp>
        <p:nvSpPr>
          <p:cNvPr id="17" name="矩形 9"/>
          <p:cNvSpPr/>
          <p:nvPr/>
        </p:nvSpPr>
        <p:spPr>
          <a:xfrm>
            <a:off x="764265" y="3874576"/>
            <a:ext cx="2239693" cy="822463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kumimoji="1" lang="en-US" altLang="en-US" sz="1300" b="1">
                <a:solidFill>
                  <a:srgbClr val="FFFFFF"/>
                </a:solidFill>
                <a:latin typeface="微软雅黑" panose="020B0604020202020204"/>
                <a:ea typeface="微软雅黑" panose="020B0503020204020204" charset="-122"/>
                <a:cs typeface="微软雅黑"/>
              </a:rPr>
              <a:t>Days 0–30</a:t>
            </a:r>
            <a:endParaRPr kumimoji="1" lang="en-US" altLang="en-US" sz="1800" b="1">
              <a:solidFill>
                <a:srgbClr val="FFFFFF"/>
              </a:solidFill>
              <a:latin typeface="Arial" panose="020B0604020202020204"/>
              <a:ea typeface="微软雅黑" panose="020B0503020204020204" charset="-122"/>
            </a:endParaRP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kumimoji="1" lang="zh-CN" altLang="en-US" sz="1050" b="0">
                <a:solidFill>
                  <a:srgbClr val="D6E0F0"/>
                </a:solidFill>
                <a:latin typeface="微软雅黑"/>
                <a:ea typeface="微软雅黑"/>
                <a:cs typeface="微软雅黑"/>
              </a:rPr>
              <a:t>0–30 天</a:t>
            </a:r>
            <a:endParaRPr kumimoji="1" lang="zh-CN" altLang="en-US" sz="1300">
              <a:solidFill>
                <a:srgbClr val="6E8299"/>
              </a:solidFill>
              <a:latin typeface="+mn-ea"/>
              <a:cs typeface="+mn-ea"/>
            </a:endParaRPr>
          </a:p>
        </p:txBody>
      </p:sp>
      <p:pic>
        <p:nvPicPr>
          <p:cNvPr id="18" name="图片 17" descr="/data/temp/336c6cc7-a9fe-11f0-a9b7-3692c9aabca4.jpg@base@tag=imgScale&amp;m=1&amp;w=514&amp;h=514&amp;q=95336c6cc7-a9fe-11f0-a9b7-3692c9aabca4"/>
          <p:cNvPicPr>
            <a:picLocks noChangeAspect="1"/>
          </p:cNvPicPr>
          <p:nvPr/>
        </p:nvPicPr>
        <p:blipFill>
          <a:blip r:embed="rId7"/>
          <a:srcRect l="16678" r="16678"/>
          <a:stretch>
            <a:fillRect/>
          </a:stretch>
        </p:blipFill>
        <p:spPr>
          <a:xfrm>
            <a:off x="958053" y="1964007"/>
            <a:ext cx="1851479" cy="1852114"/>
          </a:xfrm>
          <a:custGeom>
            <a:avLst/>
            <a:gdLst>
              <a:gd name="connsiteX0" fmla="*/ 128742 w 2232000"/>
              <a:gd name="connsiteY0" fmla="*/ 0 h 2232000"/>
              <a:gd name="connsiteX1" fmla="*/ 2103258 w 2232000"/>
              <a:gd name="connsiteY1" fmla="*/ 0 h 2232000"/>
              <a:gd name="connsiteX2" fmla="*/ 2232000 w 2232000"/>
              <a:gd name="connsiteY2" fmla="*/ 128742 h 2232000"/>
              <a:gd name="connsiteX3" fmla="*/ 2232000 w 2232000"/>
              <a:gd name="connsiteY3" fmla="*/ 2103258 h 2232000"/>
              <a:gd name="connsiteX4" fmla="*/ 2103258 w 2232000"/>
              <a:gd name="connsiteY4" fmla="*/ 2232000 h 2232000"/>
              <a:gd name="connsiteX5" fmla="*/ 128742 w 2232000"/>
              <a:gd name="connsiteY5" fmla="*/ 2232000 h 2232000"/>
              <a:gd name="connsiteX6" fmla="*/ 0 w 2232000"/>
              <a:gd name="connsiteY6" fmla="*/ 2103258 h 2232000"/>
              <a:gd name="connsiteX7" fmla="*/ 0 w 2232000"/>
              <a:gd name="connsiteY7" fmla="*/ 128742 h 2232000"/>
              <a:gd name="connsiteX8" fmla="*/ 128742 w 2232000"/>
              <a:gd name="connsiteY8" fmla="*/ 0 h 223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232000" h="2232000">
                <a:moveTo>
                  <a:pt x="128742" y="0"/>
                </a:moveTo>
                <a:lnTo>
                  <a:pt x="2103258" y="0"/>
                </a:lnTo>
                <a:cubicBezTo>
                  <a:pt x="2174360" y="0"/>
                  <a:pt x="2232000" y="57640"/>
                  <a:pt x="2232000" y="128742"/>
                </a:cubicBezTo>
                <a:lnTo>
                  <a:pt x="2232000" y="2103258"/>
                </a:lnTo>
                <a:cubicBezTo>
                  <a:pt x="2232000" y="2174360"/>
                  <a:pt x="2174360" y="2232000"/>
                  <a:pt x="2103258" y="2232000"/>
                </a:cubicBezTo>
                <a:lnTo>
                  <a:pt x="128742" y="2232000"/>
                </a:lnTo>
                <a:cubicBezTo>
                  <a:pt x="57640" y="2232000"/>
                  <a:pt x="0" y="2174360"/>
                  <a:pt x="0" y="2103258"/>
                </a:cubicBezTo>
                <a:lnTo>
                  <a:pt x="0" y="128742"/>
                </a:lnTo>
                <a:cubicBezTo>
                  <a:pt x="0" y="57640"/>
                  <a:pt x="57640" y="0"/>
                  <a:pt x="128742" y="0"/>
                </a:cubicBezTo>
                <a:close/>
              </a:path>
            </a:pathLst>
          </a:custGeom>
          <a:ln>
            <a:solidFill>
              <a:schemeClr val="accent1"/>
            </a:solidFill>
          </a:ln>
        </p:spPr>
      </p:pic>
      <p:sp>
        <p:nvSpPr>
          <p:cNvPr id="19" name="矩形: 圆角 1"/>
          <p:cNvSpPr/>
          <p:nvPr/>
        </p:nvSpPr>
        <p:spPr>
          <a:xfrm>
            <a:off x="3498277" y="2924057"/>
            <a:ext cx="2383286" cy="1773328"/>
          </a:xfrm>
          <a:prstGeom prst="roundRect">
            <a:avLst>
              <a:gd name="adj" fmla="val 5768"/>
            </a:avLst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" name="矩形 23"/>
          <p:cNvSpPr/>
          <p:nvPr/>
        </p:nvSpPr>
        <p:spPr>
          <a:xfrm>
            <a:off x="3570709" y="4791456"/>
            <a:ext cx="2239692" cy="1188720"/>
          </a:xfrm>
          <a:prstGeom prst="rect">
            <a:avLst/>
          </a:prstGeom>
        </p:spPr>
        <p:txBody>
          <a:bodyPr wrap="square" lIns="0" tIns="0" rIns="0" bIns="0">
            <a:noAutofit/>
          </a:bodyPr>
          <a:lstStyle/>
          <a:p>
            <a:pPr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en-US" sz="950" b="0">
                <a:solidFill>
                  <a:srgbClr val="1F2329"/>
                </a:solidFill>
                <a:latin typeface="微软雅黑" panose="020B0604020202020204"/>
                <a:ea typeface="微软雅黑" panose="020B0503020204020204" charset="-122"/>
                <a:cs typeface="微软雅黑"/>
              </a:rPr>
              <a:t>基础集训与认证
开始按月产出内容</a:t>
            </a:r>
            <a:endParaRPr lang="en-US" altLang="en-US" sz="1350">
              <a:solidFill>
                <a:schemeClr val="tx1">
                  <a:lumMod val="85000"/>
                  <a:lumOff val="15000"/>
                </a:schemeClr>
              </a:solidFill>
              <a:latin typeface="Arial" panose="020B0604020202020204"/>
              <a:ea typeface="微软雅黑" panose="020B0503020204020204" charset="-122"/>
            </a:endParaRPr>
          </a:p>
          <a:p>
            <a:pPr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780" b="0">
                <a:solidFill>
                  <a:srgbClr val="6E8299"/>
                </a:solidFill>
                <a:latin typeface="微软雅黑"/>
                <a:ea typeface="微软雅黑"/>
                <a:cs typeface="微软雅黑"/>
              </a:rPr>
              <a:t>Foundation training and certification
Start delivering content every month</a:t>
            </a:r>
            <a:endParaRPr lang="zh-CN" altLang="en-US" sz="950">
              <a:solidFill>
                <a:srgbClr val="6E8299"/>
              </a:solidFill>
              <a:latin typeface="+mn-ea"/>
              <a:cs typeface="+mn-ea"/>
            </a:endParaRPr>
          </a:p>
        </p:txBody>
      </p:sp>
      <p:sp>
        <p:nvSpPr>
          <p:cNvPr id="21" name="矩形 24"/>
          <p:cNvSpPr/>
          <p:nvPr/>
        </p:nvSpPr>
        <p:spPr>
          <a:xfrm>
            <a:off x="3570074" y="3874576"/>
            <a:ext cx="2239693" cy="822463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kumimoji="1" lang="en-US" altLang="en-US" sz="1300" b="1">
                <a:solidFill>
                  <a:srgbClr val="FFFFFF"/>
                </a:solidFill>
                <a:latin typeface="微软雅黑" panose="020B0604020202020204"/>
                <a:ea typeface="微软雅黑" panose="020B0503020204020204" charset="-122"/>
                <a:cs typeface="微软雅黑"/>
              </a:rPr>
              <a:t>Months 1–3</a:t>
            </a:r>
            <a:endParaRPr kumimoji="1" lang="en-US" altLang="en-US" sz="1800" b="1">
              <a:solidFill>
                <a:srgbClr val="FFFFFF"/>
              </a:solidFill>
              <a:latin typeface="Arial" panose="020B0604020202020204"/>
              <a:ea typeface="微软雅黑" panose="020B0503020204020204" charset="-122"/>
            </a:endParaRP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kumimoji="1" lang="zh-CN" altLang="en-US" sz="1050" b="0">
                <a:solidFill>
                  <a:srgbClr val="D6E0F0"/>
                </a:solidFill>
                <a:latin typeface="微软雅黑"/>
                <a:ea typeface="微软雅黑"/>
                <a:cs typeface="微软雅黑"/>
              </a:rPr>
              <a:t>1–3 个月</a:t>
            </a:r>
            <a:endParaRPr kumimoji="1" lang="zh-CN" altLang="en-US" sz="1300">
              <a:solidFill>
                <a:srgbClr val="6E8299"/>
              </a:solidFill>
              <a:latin typeface="+mn-ea"/>
              <a:cs typeface="+mn-ea"/>
            </a:endParaRPr>
          </a:p>
        </p:txBody>
      </p:sp>
      <p:pic>
        <p:nvPicPr>
          <p:cNvPr id="22" name="图片 25" descr="/data/temp/336c6d5c-a9fe-11f0-a9b7-3692c9aabca4.jpg@base@tag=imgScale&amp;m=1&amp;w=514&amp;h=514&amp;q=95336c6d5c-a9fe-11f0-a9b7-3692c9aabca4"/>
          <p:cNvPicPr>
            <a:picLocks noChangeAspect="1"/>
          </p:cNvPicPr>
          <p:nvPr/>
        </p:nvPicPr>
        <p:blipFill>
          <a:blip r:embed="rId8"/>
          <a:srcRect l="16635" r="16635"/>
          <a:stretch>
            <a:fillRect/>
          </a:stretch>
        </p:blipFill>
        <p:spPr>
          <a:xfrm>
            <a:off x="3764499" y="1964007"/>
            <a:ext cx="1851479" cy="1852114"/>
          </a:xfrm>
          <a:custGeom>
            <a:avLst/>
            <a:gdLst>
              <a:gd name="connsiteX0" fmla="*/ 128742 w 2232000"/>
              <a:gd name="connsiteY0" fmla="*/ 0 h 2232000"/>
              <a:gd name="connsiteX1" fmla="*/ 2103258 w 2232000"/>
              <a:gd name="connsiteY1" fmla="*/ 0 h 2232000"/>
              <a:gd name="connsiteX2" fmla="*/ 2232000 w 2232000"/>
              <a:gd name="connsiteY2" fmla="*/ 128742 h 2232000"/>
              <a:gd name="connsiteX3" fmla="*/ 2232000 w 2232000"/>
              <a:gd name="connsiteY3" fmla="*/ 2103258 h 2232000"/>
              <a:gd name="connsiteX4" fmla="*/ 2103258 w 2232000"/>
              <a:gd name="connsiteY4" fmla="*/ 2232000 h 2232000"/>
              <a:gd name="connsiteX5" fmla="*/ 128742 w 2232000"/>
              <a:gd name="connsiteY5" fmla="*/ 2232000 h 2232000"/>
              <a:gd name="connsiteX6" fmla="*/ 0 w 2232000"/>
              <a:gd name="connsiteY6" fmla="*/ 2103258 h 2232000"/>
              <a:gd name="connsiteX7" fmla="*/ 0 w 2232000"/>
              <a:gd name="connsiteY7" fmla="*/ 128742 h 2232000"/>
              <a:gd name="connsiteX8" fmla="*/ 128742 w 2232000"/>
              <a:gd name="connsiteY8" fmla="*/ 0 h 223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232000" h="2232000">
                <a:moveTo>
                  <a:pt x="128742" y="0"/>
                </a:moveTo>
                <a:lnTo>
                  <a:pt x="2103258" y="0"/>
                </a:lnTo>
                <a:cubicBezTo>
                  <a:pt x="2174360" y="0"/>
                  <a:pt x="2232000" y="57640"/>
                  <a:pt x="2232000" y="128742"/>
                </a:cubicBezTo>
                <a:lnTo>
                  <a:pt x="2232000" y="2103258"/>
                </a:lnTo>
                <a:cubicBezTo>
                  <a:pt x="2232000" y="2174360"/>
                  <a:pt x="2174360" y="2232000"/>
                  <a:pt x="2103258" y="2232000"/>
                </a:cubicBezTo>
                <a:lnTo>
                  <a:pt x="128742" y="2232000"/>
                </a:lnTo>
                <a:cubicBezTo>
                  <a:pt x="57640" y="2232000"/>
                  <a:pt x="0" y="2174360"/>
                  <a:pt x="0" y="2103258"/>
                </a:cubicBezTo>
                <a:lnTo>
                  <a:pt x="0" y="128742"/>
                </a:lnTo>
                <a:cubicBezTo>
                  <a:pt x="0" y="57640"/>
                  <a:pt x="57640" y="0"/>
                  <a:pt x="128742" y="0"/>
                </a:cubicBezTo>
                <a:close/>
              </a:path>
            </a:pathLst>
          </a:custGeom>
          <a:ln>
            <a:solidFill>
              <a:schemeClr val="accent1"/>
            </a:solidFill>
          </a:ln>
        </p:spPr>
      </p:pic>
      <p:sp>
        <p:nvSpPr>
          <p:cNvPr id="23" name="矩形: 圆角 3"/>
          <p:cNvSpPr/>
          <p:nvPr/>
        </p:nvSpPr>
        <p:spPr>
          <a:xfrm>
            <a:off x="6304087" y="2924692"/>
            <a:ext cx="2383286" cy="1773328"/>
          </a:xfrm>
          <a:prstGeom prst="roundRect">
            <a:avLst>
              <a:gd name="adj" fmla="val 5768"/>
            </a:avLst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" name="矩形 27"/>
          <p:cNvSpPr/>
          <p:nvPr/>
        </p:nvSpPr>
        <p:spPr>
          <a:xfrm>
            <a:off x="6375884" y="4791456"/>
            <a:ext cx="2239692" cy="1188720"/>
          </a:xfrm>
          <a:prstGeom prst="rect">
            <a:avLst/>
          </a:prstGeom>
        </p:spPr>
        <p:txBody>
          <a:bodyPr wrap="square" lIns="0" tIns="0" rIns="0" bIns="0">
            <a:noAutofit/>
          </a:bodyPr>
          <a:lstStyle/>
          <a:p>
            <a:pPr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en-US" sz="950" b="0">
                <a:solidFill>
                  <a:srgbClr val="1F2329"/>
                </a:solidFill>
                <a:latin typeface="微软雅黑" panose="020B0604020202020204"/>
                <a:ea typeface="微软雅黑" panose="020B0503020204020204" charset="-122"/>
                <a:cs typeface="微软雅黑"/>
              </a:rPr>
              <a:t>独立上岗
收银与签收零差错</a:t>
            </a:r>
            <a:endParaRPr lang="en-US" altLang="en-US" sz="1350">
              <a:solidFill>
                <a:schemeClr val="tx1">
                  <a:lumMod val="85000"/>
                  <a:lumOff val="15000"/>
                </a:schemeClr>
              </a:solidFill>
              <a:latin typeface="Arial" panose="020B0604020202020204"/>
              <a:ea typeface="微软雅黑" panose="020B0503020204020204" charset="-122"/>
            </a:endParaRPr>
          </a:p>
          <a:p>
            <a:pPr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780" b="0">
                <a:solidFill>
                  <a:srgbClr val="6E8299"/>
                </a:solidFill>
                <a:latin typeface="微软雅黑"/>
                <a:ea typeface="微软雅黑"/>
                <a:cs typeface="微软雅黑"/>
              </a:rPr>
              <a:t>Work independently
Cashiering and goods receipt with zero error</a:t>
            </a:r>
            <a:endParaRPr lang="zh-CN" altLang="en-US" sz="950">
              <a:solidFill>
                <a:srgbClr val="6E8299"/>
              </a:solidFill>
              <a:latin typeface="+mn-ea"/>
              <a:cs typeface="+mn-ea"/>
            </a:endParaRPr>
          </a:p>
        </p:txBody>
      </p:sp>
      <p:sp>
        <p:nvSpPr>
          <p:cNvPr id="25" name="矩形 28"/>
          <p:cNvSpPr/>
          <p:nvPr/>
        </p:nvSpPr>
        <p:spPr>
          <a:xfrm>
            <a:off x="6375884" y="3875211"/>
            <a:ext cx="2239692" cy="822463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kumimoji="1" lang="en-US" altLang="en-US" sz="1300" b="1">
                <a:solidFill>
                  <a:srgbClr val="FFFFFF"/>
                </a:solidFill>
                <a:latin typeface="微软雅黑" panose="020B0604020202020204"/>
                <a:ea typeface="微软雅黑" panose="020B0503020204020204" charset="-122"/>
                <a:cs typeface="微软雅黑"/>
              </a:rPr>
              <a:t>Months 3–6</a:t>
            </a:r>
            <a:endParaRPr kumimoji="1" lang="en-US" altLang="en-US" sz="1800" b="1">
              <a:solidFill>
                <a:srgbClr val="FFFFFF"/>
              </a:solidFill>
              <a:latin typeface="Arial" panose="020B0604020202020204"/>
              <a:ea typeface="微软雅黑" panose="020B0503020204020204" charset="-122"/>
            </a:endParaRP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kumimoji="1" lang="zh-CN" altLang="en-US" sz="1050" b="0">
                <a:solidFill>
                  <a:srgbClr val="D6E0F0"/>
                </a:solidFill>
                <a:latin typeface="微软雅黑"/>
                <a:ea typeface="微软雅黑"/>
                <a:cs typeface="微软雅黑"/>
              </a:rPr>
              <a:t>3–6 个月</a:t>
            </a:r>
            <a:endParaRPr kumimoji="1" lang="zh-CN" altLang="en-US" sz="1300">
              <a:solidFill>
                <a:srgbClr val="6E8299"/>
              </a:solidFill>
              <a:latin typeface="+mn-ea"/>
              <a:cs typeface="+mn-ea"/>
            </a:endParaRPr>
          </a:p>
        </p:txBody>
      </p:sp>
      <p:pic>
        <p:nvPicPr>
          <p:cNvPr id="26" name="图片 29" descr="/data/temp/336c6cab-a9fe-11f0-a9b7-3692c9aabca4.jpg@base@tag=imgScale&amp;m=1&amp;w=514&amp;h=514&amp;q=95336c6cab-a9fe-11f0-a9b7-3692c9aabca4"/>
          <p:cNvPicPr>
            <a:picLocks noChangeAspect="1"/>
          </p:cNvPicPr>
          <p:nvPr/>
        </p:nvPicPr>
        <p:blipFill>
          <a:blip r:embed="rId9"/>
          <a:srcRect l="16678" r="16678"/>
          <a:stretch>
            <a:fillRect/>
          </a:stretch>
        </p:blipFill>
        <p:spPr>
          <a:xfrm>
            <a:off x="6569673" y="1964643"/>
            <a:ext cx="1851479" cy="1852114"/>
          </a:xfrm>
          <a:custGeom>
            <a:avLst/>
            <a:gdLst>
              <a:gd name="connsiteX0" fmla="*/ 128742 w 2232000"/>
              <a:gd name="connsiteY0" fmla="*/ 0 h 2232000"/>
              <a:gd name="connsiteX1" fmla="*/ 2103258 w 2232000"/>
              <a:gd name="connsiteY1" fmla="*/ 0 h 2232000"/>
              <a:gd name="connsiteX2" fmla="*/ 2232000 w 2232000"/>
              <a:gd name="connsiteY2" fmla="*/ 128742 h 2232000"/>
              <a:gd name="connsiteX3" fmla="*/ 2232000 w 2232000"/>
              <a:gd name="connsiteY3" fmla="*/ 2103258 h 2232000"/>
              <a:gd name="connsiteX4" fmla="*/ 2103258 w 2232000"/>
              <a:gd name="connsiteY4" fmla="*/ 2232000 h 2232000"/>
              <a:gd name="connsiteX5" fmla="*/ 128742 w 2232000"/>
              <a:gd name="connsiteY5" fmla="*/ 2232000 h 2232000"/>
              <a:gd name="connsiteX6" fmla="*/ 0 w 2232000"/>
              <a:gd name="connsiteY6" fmla="*/ 2103258 h 2232000"/>
              <a:gd name="connsiteX7" fmla="*/ 0 w 2232000"/>
              <a:gd name="connsiteY7" fmla="*/ 128742 h 2232000"/>
              <a:gd name="connsiteX8" fmla="*/ 128742 w 2232000"/>
              <a:gd name="connsiteY8" fmla="*/ 0 h 223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232000" h="2232000">
                <a:moveTo>
                  <a:pt x="128742" y="0"/>
                </a:moveTo>
                <a:lnTo>
                  <a:pt x="2103258" y="0"/>
                </a:lnTo>
                <a:cubicBezTo>
                  <a:pt x="2174360" y="0"/>
                  <a:pt x="2232000" y="57640"/>
                  <a:pt x="2232000" y="128742"/>
                </a:cubicBezTo>
                <a:lnTo>
                  <a:pt x="2232000" y="2103258"/>
                </a:lnTo>
                <a:cubicBezTo>
                  <a:pt x="2232000" y="2174360"/>
                  <a:pt x="2174360" y="2232000"/>
                  <a:pt x="2103258" y="2232000"/>
                </a:cubicBezTo>
                <a:lnTo>
                  <a:pt x="128742" y="2232000"/>
                </a:lnTo>
                <a:cubicBezTo>
                  <a:pt x="57640" y="2232000"/>
                  <a:pt x="0" y="2174360"/>
                  <a:pt x="0" y="2103258"/>
                </a:cubicBezTo>
                <a:lnTo>
                  <a:pt x="0" y="128742"/>
                </a:lnTo>
                <a:cubicBezTo>
                  <a:pt x="0" y="57640"/>
                  <a:pt x="57640" y="0"/>
                  <a:pt x="128742" y="0"/>
                </a:cubicBezTo>
                <a:close/>
              </a:path>
            </a:pathLst>
          </a:custGeom>
          <a:ln>
            <a:solidFill>
              <a:schemeClr val="accent1"/>
            </a:solidFill>
          </a:ln>
        </p:spPr>
      </p:pic>
      <p:sp>
        <p:nvSpPr>
          <p:cNvPr id="27" name="矩形: 圆角 3"/>
          <p:cNvSpPr/>
          <p:nvPr/>
        </p:nvSpPr>
        <p:spPr>
          <a:xfrm>
            <a:off x="9109897" y="2924692"/>
            <a:ext cx="2383286" cy="1773328"/>
          </a:xfrm>
          <a:prstGeom prst="roundRect">
            <a:avLst>
              <a:gd name="adj" fmla="val 5768"/>
            </a:avLst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8" name="矩形 31"/>
          <p:cNvSpPr/>
          <p:nvPr/>
        </p:nvSpPr>
        <p:spPr>
          <a:xfrm>
            <a:off x="9181694" y="4791456"/>
            <a:ext cx="2239692" cy="1188720"/>
          </a:xfrm>
          <a:prstGeom prst="rect">
            <a:avLst/>
          </a:prstGeom>
        </p:spPr>
        <p:txBody>
          <a:bodyPr wrap="square" lIns="0" tIns="0" rIns="0" bIns="0">
            <a:noAutofit/>
          </a:bodyPr>
          <a:lstStyle/>
          <a:p>
            <a:pPr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en-US" sz="950" b="0">
                <a:solidFill>
                  <a:srgbClr val="1F2329"/>
                </a:solidFill>
                <a:latin typeface="微软雅黑" panose="020B0604020202020204"/>
                <a:ea typeface="微软雅黑" panose="020B0503020204020204" charset="-122"/>
                <a:cs typeface="微软雅黑"/>
              </a:rPr>
              <a:t>为高级班做准备
目标：高级服务顾问</a:t>
            </a:r>
            <a:endParaRPr lang="en-US" altLang="en-US" sz="1350">
              <a:solidFill>
                <a:schemeClr val="tx1">
                  <a:lumMod val="85000"/>
                  <a:lumOff val="15000"/>
                </a:schemeClr>
              </a:solidFill>
              <a:latin typeface="Arial" panose="020B0604020202020204"/>
              <a:ea typeface="微软雅黑" panose="020B0503020204020204" charset="-122"/>
            </a:endParaRPr>
          </a:p>
          <a:p>
            <a:pPr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780" b="0">
                <a:solidFill>
                  <a:srgbClr val="6E8299"/>
                </a:solidFill>
                <a:latin typeface="微软雅黑"/>
                <a:ea typeface="微软雅黑"/>
                <a:cs typeface="微软雅黑"/>
              </a:rPr>
              <a:t>Prepare for the advanced course
Target: an Advanced Service Advisor</a:t>
            </a:r>
            <a:endParaRPr lang="zh-CN" altLang="en-US" sz="950">
              <a:solidFill>
                <a:srgbClr val="6E8299"/>
              </a:solidFill>
              <a:latin typeface="+mn-ea"/>
              <a:cs typeface="+mn-ea"/>
            </a:endParaRPr>
          </a:p>
        </p:txBody>
      </p:sp>
      <p:sp>
        <p:nvSpPr>
          <p:cNvPr id="29" name="矩形 32"/>
          <p:cNvSpPr/>
          <p:nvPr/>
        </p:nvSpPr>
        <p:spPr>
          <a:xfrm>
            <a:off x="9181694" y="3875211"/>
            <a:ext cx="2239693" cy="822463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kumimoji="1" lang="en-US" altLang="en-US" sz="1300" b="1">
                <a:solidFill>
                  <a:srgbClr val="FFFFFF"/>
                </a:solidFill>
                <a:latin typeface="微软雅黑" panose="020B0604020202020204"/>
                <a:ea typeface="微软雅黑" panose="020B0503020204020204" charset="-122"/>
                <a:cs typeface="微软雅黑"/>
              </a:rPr>
              <a:t>Months 6–12</a:t>
            </a:r>
            <a:endParaRPr kumimoji="1" lang="en-US" altLang="en-US" sz="1800" b="1">
              <a:solidFill>
                <a:srgbClr val="FFFFFF"/>
              </a:solidFill>
              <a:latin typeface="Arial" panose="020B0604020202020204"/>
              <a:ea typeface="微软雅黑" panose="020B0503020204020204" charset="-122"/>
            </a:endParaRP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kumimoji="1" lang="zh-CN" altLang="en-US" sz="1050" b="0">
                <a:solidFill>
                  <a:srgbClr val="D6E0F0"/>
                </a:solidFill>
                <a:latin typeface="微软雅黑"/>
                <a:ea typeface="微软雅黑"/>
                <a:cs typeface="微软雅黑"/>
              </a:rPr>
              <a:t>6–12 个月</a:t>
            </a:r>
            <a:endParaRPr kumimoji="1" lang="zh-CN" altLang="en-US" sz="1300">
              <a:solidFill>
                <a:srgbClr val="6E8299"/>
              </a:solidFill>
              <a:latin typeface="+mn-ea"/>
              <a:cs typeface="+mn-ea"/>
            </a:endParaRPr>
          </a:p>
        </p:txBody>
      </p:sp>
      <p:pic>
        <p:nvPicPr>
          <p:cNvPr id="30" name="图片 33" descr="/data/temp/336c6bee-a9fe-11f0-a9b7-3692c9aabca4.jpg@base@tag=imgScale&amp;m=1&amp;w=514&amp;h=514&amp;q=95336c6bee-a9fe-11f0-a9b7-3692c9aabca4"/>
          <p:cNvPicPr>
            <a:picLocks noChangeAspect="1"/>
          </p:cNvPicPr>
          <p:nvPr/>
        </p:nvPicPr>
        <p:blipFill>
          <a:blip r:embed="rId10"/>
          <a:srcRect l="17" r="17"/>
          <a:stretch>
            <a:fillRect/>
          </a:stretch>
        </p:blipFill>
        <p:spPr>
          <a:xfrm>
            <a:off x="9375483" y="1964643"/>
            <a:ext cx="1851479" cy="1852114"/>
          </a:xfrm>
          <a:custGeom>
            <a:avLst/>
            <a:gdLst>
              <a:gd name="connsiteX0" fmla="*/ 128742 w 2232000"/>
              <a:gd name="connsiteY0" fmla="*/ 0 h 2232000"/>
              <a:gd name="connsiteX1" fmla="*/ 2103258 w 2232000"/>
              <a:gd name="connsiteY1" fmla="*/ 0 h 2232000"/>
              <a:gd name="connsiteX2" fmla="*/ 2232000 w 2232000"/>
              <a:gd name="connsiteY2" fmla="*/ 128742 h 2232000"/>
              <a:gd name="connsiteX3" fmla="*/ 2232000 w 2232000"/>
              <a:gd name="connsiteY3" fmla="*/ 2103258 h 2232000"/>
              <a:gd name="connsiteX4" fmla="*/ 2103258 w 2232000"/>
              <a:gd name="connsiteY4" fmla="*/ 2232000 h 2232000"/>
              <a:gd name="connsiteX5" fmla="*/ 128742 w 2232000"/>
              <a:gd name="connsiteY5" fmla="*/ 2232000 h 2232000"/>
              <a:gd name="connsiteX6" fmla="*/ 0 w 2232000"/>
              <a:gd name="connsiteY6" fmla="*/ 2103258 h 2232000"/>
              <a:gd name="connsiteX7" fmla="*/ 0 w 2232000"/>
              <a:gd name="connsiteY7" fmla="*/ 128742 h 2232000"/>
              <a:gd name="connsiteX8" fmla="*/ 128742 w 2232000"/>
              <a:gd name="connsiteY8" fmla="*/ 0 h 223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232000" h="2232000">
                <a:moveTo>
                  <a:pt x="128742" y="0"/>
                </a:moveTo>
                <a:lnTo>
                  <a:pt x="2103258" y="0"/>
                </a:lnTo>
                <a:cubicBezTo>
                  <a:pt x="2174360" y="0"/>
                  <a:pt x="2232000" y="57640"/>
                  <a:pt x="2232000" y="128742"/>
                </a:cubicBezTo>
                <a:lnTo>
                  <a:pt x="2232000" y="2103258"/>
                </a:lnTo>
                <a:cubicBezTo>
                  <a:pt x="2232000" y="2174360"/>
                  <a:pt x="2174360" y="2232000"/>
                  <a:pt x="2103258" y="2232000"/>
                </a:cubicBezTo>
                <a:lnTo>
                  <a:pt x="128742" y="2232000"/>
                </a:lnTo>
                <a:cubicBezTo>
                  <a:pt x="57640" y="2232000"/>
                  <a:pt x="0" y="2174360"/>
                  <a:pt x="0" y="2103258"/>
                </a:cubicBezTo>
                <a:lnTo>
                  <a:pt x="0" y="128742"/>
                </a:lnTo>
                <a:cubicBezTo>
                  <a:pt x="0" y="57640"/>
                  <a:pt x="57640" y="0"/>
                  <a:pt x="128742" y="0"/>
                </a:cubicBezTo>
                <a:close/>
              </a:path>
            </a:pathLst>
          </a:custGeom>
          <a:ln>
            <a:solidFill>
              <a:schemeClr val="accent1"/>
            </a:solidFill>
          </a:ln>
        </p:spPr>
      </p:pic>
      <p:sp>
        <p:nvSpPr>
          <p:cNvPr id="31" name="AutoShape 2"/>
          <p:cNvSpPr/>
          <p:nvPr/>
        </p:nvSpPr>
        <p:spPr>
          <a:xfrm>
            <a:off x="0" y="0"/>
            <a:ext cx="8812221" cy="566928"/>
          </a:xfrm>
          <a:prstGeom prst="roundRect">
            <a:avLst>
              <a:gd name="adj" fmla="val 0"/>
            </a:avLst>
          </a:prstGeom>
          <a:solidFill>
            <a:srgbClr val="ED1C29">
              <a:alpha val="100000"/>
            </a:srgbClr>
          </a:solidFill>
          <a:ln w="25400">
            <a:noFill/>
            <a:prstDash val="solid"/>
          </a:ln>
        </p:spPr>
        <p:txBody>
          <a:bodyPr lIns="63500" tIns="63500" rIns="63500" bIns="635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/>
            </a:pPr>
            <a:endParaRPr sz="1055" kern="0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32" name="AutoShape 3"/>
          <p:cNvSpPr/>
          <p:nvPr/>
        </p:nvSpPr>
        <p:spPr>
          <a:xfrm>
            <a:off x="8249792" y="0"/>
            <a:ext cx="2762864" cy="566928"/>
          </a:xfrm>
          <a:prstGeom prst="parallelogram">
            <a:avLst/>
          </a:prstGeom>
          <a:solidFill>
            <a:srgbClr val="005AA9">
              <a:alpha val="100000"/>
            </a:srgbClr>
          </a:solidFill>
          <a:ln w="25400">
            <a:noFill/>
            <a:prstDash val="solid"/>
          </a:ln>
        </p:spPr>
        <p:txBody>
          <a:bodyPr lIns="63500" tIns="63500" rIns="63500" bIns="635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/>
            </a:pPr>
            <a:endParaRPr sz="1055" kern="0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33" name="AutoShape 4"/>
          <p:cNvSpPr/>
          <p:nvPr/>
        </p:nvSpPr>
        <p:spPr>
          <a:xfrm>
            <a:off x="8588375" y="0"/>
            <a:ext cx="3603625" cy="566928"/>
          </a:xfrm>
          <a:prstGeom prst="roundRect">
            <a:avLst>
              <a:gd name="adj" fmla="val 0"/>
            </a:avLst>
          </a:prstGeom>
          <a:solidFill>
            <a:srgbClr val="005AA9">
              <a:alpha val="100000"/>
            </a:srgbClr>
          </a:solidFill>
          <a:ln w="25400">
            <a:noFill/>
            <a:prstDash val="solid"/>
          </a:ln>
        </p:spPr>
        <p:txBody>
          <a:bodyPr lIns="63500" tIns="63500" rIns="63500" bIns="635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/>
            </a:pPr>
            <a:endParaRPr sz="1055" kern="0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pic>
        <p:nvPicPr>
          <p:cNvPr id="34" name="Picture 5"/>
          <p:cNvPicPr>
            <a:picLocks noChangeAspect="1"/>
          </p:cNvPicPr>
          <p:nvPr/>
        </p:nvPicPr>
        <p:blipFill>
          <a:blip r:embed="rId6"/>
          <a:srcRect t="36978" b="45732"/>
          <a:stretch>
            <a:fillRect/>
          </a:stretch>
        </p:blipFill>
        <p:spPr>
          <a:xfrm>
            <a:off x="9364524" y="139920"/>
            <a:ext cx="1549829" cy="267948"/>
          </a:xfrm>
          <a:prstGeom prst="roundRect">
            <a:avLst>
              <a:gd name="adj" fmla="val 0"/>
            </a:avLst>
          </a:prstGeom>
          <a:ln>
            <a:noFill/>
            <a:prstDash val="solid"/>
          </a:ln>
        </p:spPr>
      </p:pic>
      <p:sp>
        <p:nvSpPr>
          <p:cNvPr id="35" name="AutoShape 1"/>
          <p:cNvSpPr/>
          <p:nvPr/>
        </p:nvSpPr>
        <p:spPr>
          <a:xfrm>
            <a:off x="0" y="6473952"/>
            <a:ext cx="8812221" cy="384048"/>
          </a:xfrm>
          <a:prstGeom prst="roundRect">
            <a:avLst>
              <a:gd name="adj" fmla="val 0"/>
            </a:avLst>
          </a:prstGeom>
          <a:solidFill>
            <a:srgbClr val="ED1C29">
              <a:alpha val="100000"/>
            </a:srgbClr>
          </a:solidFill>
          <a:ln w="25400">
            <a:noFill/>
            <a:prstDash val="solid"/>
          </a:ln>
        </p:spPr>
        <p:txBody>
          <a:bodyPr lIns="63500" tIns="63500" rIns="63500" bIns="635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/>
            </a:pPr>
            <a:endParaRPr sz="1010" kern="0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36" name="AutoShape 2"/>
          <p:cNvSpPr/>
          <p:nvPr/>
        </p:nvSpPr>
        <p:spPr>
          <a:xfrm>
            <a:off x="665034" y="6569556"/>
            <a:ext cx="4749800" cy="192841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0" tIns="6350" rIns="0" bIns="0" rtlCol="0" anchor="t">
            <a:spAutoFit/>
          </a:bodyPr>
          <a:lstStyle/>
          <a:p>
            <a:pPr marL="1270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230" b="0" i="0" u="none" strike="noStrike" kern="0">
                <a:solidFill>
                  <a:srgbClr val="FFFFFF"/>
                </a:solidFill>
                <a:latin typeface="Arial" panose="020B0604020202020204"/>
                <a:ea typeface="微软雅黑" panose="020B0503020204020204" charset="-122"/>
                <a:cs typeface="Inter 18pt SemiBold"/>
                <a:sym typeface="Inter 18pt SemiBold"/>
              </a:rPr>
              <a:t>Your Neighbourhood Auto Care Expert</a:t>
            </a:r>
            <a:endParaRPr lang="en-US" sz="1230" b="0" i="0" u="none" strike="noStrike" kern="0">
              <a:solidFill>
                <a:srgbClr val="FFFFFF"/>
              </a:solidFill>
              <a:latin typeface="Arial" panose="020B0604020202020204"/>
              <a:ea typeface="微软雅黑" panose="020B0503020204020204" charset="-122"/>
              <a:cs typeface="Inter 18pt SemiBold"/>
              <a:sym typeface="Inter 18pt SemiBold"/>
            </a:endParaRPr>
          </a:p>
        </p:txBody>
      </p:sp>
      <p:sp>
        <p:nvSpPr>
          <p:cNvPr id="37" name="AutoShape 3"/>
          <p:cNvSpPr/>
          <p:nvPr/>
        </p:nvSpPr>
        <p:spPr>
          <a:xfrm>
            <a:off x="8249792" y="6473952"/>
            <a:ext cx="2762864" cy="384048"/>
          </a:xfrm>
          <a:prstGeom prst="parallelogram">
            <a:avLst/>
          </a:prstGeom>
          <a:solidFill>
            <a:srgbClr val="005AA9">
              <a:alpha val="100000"/>
            </a:srgbClr>
          </a:solidFill>
          <a:ln w="25400">
            <a:noFill/>
            <a:prstDash val="solid"/>
          </a:ln>
        </p:spPr>
        <p:txBody>
          <a:bodyPr lIns="63500" tIns="63500" rIns="63500" bIns="635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/>
            </a:pPr>
            <a:endParaRPr sz="1010" kern="0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38" name="AutoShape 4"/>
          <p:cNvSpPr/>
          <p:nvPr/>
        </p:nvSpPr>
        <p:spPr>
          <a:xfrm>
            <a:off x="8588375" y="6473952"/>
            <a:ext cx="3603625" cy="384048"/>
          </a:xfrm>
          <a:prstGeom prst="roundRect">
            <a:avLst>
              <a:gd name="adj" fmla="val 0"/>
            </a:avLst>
          </a:prstGeom>
          <a:solidFill>
            <a:srgbClr val="005AA9">
              <a:alpha val="100000"/>
            </a:srgbClr>
          </a:solidFill>
          <a:ln w="25400">
            <a:noFill/>
            <a:prstDash val="solid"/>
          </a:ln>
        </p:spPr>
        <p:txBody>
          <a:bodyPr lIns="63500" tIns="63500" rIns="63500" bIns="635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/>
            </a:pPr>
            <a:endParaRPr sz="1010" kern="0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39" name="AutoShape 6"/>
          <p:cNvSpPr/>
          <p:nvPr/>
        </p:nvSpPr>
        <p:spPr>
          <a:xfrm>
            <a:off x="8936037" y="6569556"/>
            <a:ext cx="2908300" cy="192841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0" tIns="6350" rIns="0" bIns="0" rtlCol="0" anchor="t">
            <a:spAutoFit/>
          </a:bodyPr>
          <a:lstStyle/>
          <a:p>
            <a:pPr marL="1270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230" b="0" i="0" u="none" strike="noStrike" kern="0">
                <a:solidFill>
                  <a:srgbClr val="FFFFFF"/>
                </a:solidFill>
                <a:latin typeface="Arial" panose="020B0604020202020204"/>
                <a:ea typeface="微软雅黑" panose="020B0503020204020204" charset="-122"/>
                <a:cs typeface="Inter 18pt SemiBold"/>
                <a:sym typeface="Inter 18pt SemiBold"/>
                <a:hlinkClick r:id="rId6" tooltip="https://www.servauto.com.my/"/>
              </a:rPr>
              <a:t>www.servauto.com.my</a:t>
            </a:r>
            <a:endParaRPr lang="en-US" sz="1230" b="0" i="0" u="none" strike="noStrike" kern="0">
              <a:solidFill>
                <a:srgbClr val="FFFFFF"/>
              </a:solidFill>
              <a:latin typeface="Arial" panose="020B0604020202020204"/>
              <a:ea typeface="微软雅黑" panose="020B0503020204020204" charset="-122"/>
              <a:cs typeface="Inter 18pt SemiBold"/>
              <a:sym typeface="Inter 18pt SemiBold"/>
              <a:hlinkClick r:id="rId6" tooltip="https://www.servauto.com.my/"/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667512" y="82296"/>
            <a:ext cx="841248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ServAuto 服务顾问培训 | Service Advisor Training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12648" y="585216"/>
            <a:ext cx="1097280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500" b="1">
                <a:solidFill>
                  <a:srgbClr val="0B1D35"/>
                </a:solidFill>
                <a:latin typeface="微软雅黑"/>
                <a:ea typeface="微软雅黑"/>
                <a:cs typeface="微软雅黑"/>
              </a:rPr>
              <a:t>Your First Twelve Months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12648" y="1060704"/>
            <a:ext cx="10972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6E8299"/>
                </a:solidFill>
                <a:latin typeface="微软雅黑"/>
                <a:ea typeface="微软雅黑"/>
                <a:cs typeface="微软雅黑"/>
              </a:rPr>
              <a:t>入职一年的成长路径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12648" y="1682496"/>
            <a:ext cx="10972800" cy="29260"/>
          </a:xfrm>
          <a:prstGeom prst="rect">
            <a:avLst/>
          </a:prstGeom>
          <a:solidFill>
            <a:srgbClr val="ED1C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79" name="标题"/>
          <p:cNvSpPr>
            <a:spLocks noGrp="1"/>
          </p:cNvSpPr>
          <p:nvPr>
            <p:ph type="ctrTitle"/>
          </p:nvPr>
        </p:nvSpPr>
        <p:spPr>
          <a:xfrm>
            <a:off x="841248" y="2212848"/>
            <a:ext cx="10515600" cy="2103120"/>
          </a:xfrm>
        </p:spPr>
        <p:txBody>
          <a:bodyPr wrap="square" anchor="t">
            <a:norm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en-US" sz="4000" b="1">
                <a:solidFill>
                  <a:srgbClr val="FFFFFF"/>
                </a:solidFill>
                <a:latin typeface="微软雅黑" panose="020B0604020202020204"/>
                <a:ea typeface="微软雅黑" panose="020B0503020204020204" charset="-122"/>
                <a:cs typeface="微软雅黑"/>
              </a:rPr>
              <a:t>Thank You</a:t>
            </a:r>
            <a:endParaRPr lang="en-US" altLang="en-US" sz="5600">
              <a:latin typeface="Arial" panose="020B0604020202020204"/>
              <a:ea typeface="微软雅黑" panose="020B0503020204020204" charset="-122"/>
            </a:endParaRPr>
          </a:p>
          <a:p>
            <a:pPr>
              <a:lnSpc>
                <a:spcPct val="105000"/>
              </a:lnSpc>
              <a:spcBef>
                <a:spcPts val="400"/>
              </a:spcBef>
              <a:spcAft>
                <a:spcPts val="0"/>
              </a:spcAft>
            </a:pPr>
            <a:r>
              <a:rPr lang="zh-CN" altLang="en-US" sz="2200" b="0">
                <a:solidFill>
                  <a:srgbClr val="C9D6E8"/>
                </a:solidFill>
                <a:latin typeface="微软雅黑"/>
                <a:ea typeface="微软雅黑"/>
                <a:cs typeface="微软雅黑"/>
              </a:rPr>
              <a:t>谢谢</a:t>
            </a:r>
            <a:endParaRPr lang="zh-CN" altLang="en-US" sz="3650">
              <a:solidFill>
                <a:srgbClr val="6E8299"/>
              </a:solidFill>
            </a:endParaRPr>
          </a:p>
          <a:p>
            <a:pPr>
              <a:lnSpc>
                <a:spcPct val="105000"/>
              </a:lnSpc>
              <a:spcBef>
                <a:spcPts val="400"/>
              </a:spcBef>
              <a:spcAft>
                <a:spcPts val="0"/>
              </a:spcAft>
            </a:pPr>
            <a:r>
              <a:rPr lang="zh-CN" altLang="en-US" sz="1200" b="0">
                <a:solidFill>
                  <a:srgbClr val="A6B9D4"/>
                </a:solidFill>
                <a:latin typeface="微软雅黑"/>
                <a:ea typeface="微软雅黑"/>
                <a:cs typeface="微软雅黑"/>
              </a:rPr>
              <a:t>Foundation Course  |  初级课程</a:t>
            </a:r>
            <a:endParaRPr lang="zh-CN" altLang="en-US" sz="3650">
              <a:solidFill>
                <a:srgbClr val="6E8299"/>
              </a:solidFill>
            </a:endParaRPr>
          </a:p>
        </p:txBody>
      </p:sp>
      <p:pic>
        <p:nvPicPr>
          <p:cNvPr id="480" name="Picture 318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04307" y="960120"/>
            <a:ext cx="1783080" cy="479233"/>
          </a:xfrm>
          <a:prstGeom prst="rect">
            <a:avLst/>
          </a:prstGeom>
        </p:spPr>
      </p:pic>
      <p:sp>
        <p:nvSpPr>
          <p:cNvPr id="481" name="AutoShape 2"/>
          <p:cNvSpPr/>
          <p:nvPr/>
        </p:nvSpPr>
        <p:spPr>
          <a:xfrm>
            <a:off x="0" y="0"/>
            <a:ext cx="8812221" cy="566928"/>
          </a:xfrm>
          <a:prstGeom prst="roundRect">
            <a:avLst>
              <a:gd name="adj" fmla="val 0"/>
            </a:avLst>
          </a:prstGeom>
          <a:solidFill>
            <a:srgbClr val="ED1C29">
              <a:alpha val="100000"/>
            </a:srgbClr>
          </a:solidFill>
          <a:ln w="25400">
            <a:noFill/>
            <a:prstDash val="solid"/>
          </a:ln>
        </p:spPr>
        <p:txBody>
          <a:bodyPr lIns="63500" tIns="63500" rIns="63500" bIns="635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/>
            </a:pPr>
            <a:endParaRPr sz="1055" kern="0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482" name="AutoShape 3"/>
          <p:cNvSpPr/>
          <p:nvPr/>
        </p:nvSpPr>
        <p:spPr>
          <a:xfrm>
            <a:off x="8249792" y="0"/>
            <a:ext cx="2762864" cy="566928"/>
          </a:xfrm>
          <a:prstGeom prst="parallelogram">
            <a:avLst/>
          </a:prstGeom>
          <a:solidFill>
            <a:srgbClr val="005AA9">
              <a:alpha val="100000"/>
            </a:srgbClr>
          </a:solidFill>
          <a:ln w="25400">
            <a:noFill/>
            <a:prstDash val="solid"/>
          </a:ln>
        </p:spPr>
        <p:txBody>
          <a:bodyPr lIns="63500" tIns="63500" rIns="63500" bIns="635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/>
            </a:pPr>
            <a:endParaRPr sz="1055" kern="0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483" name="AutoShape 4"/>
          <p:cNvSpPr/>
          <p:nvPr/>
        </p:nvSpPr>
        <p:spPr>
          <a:xfrm>
            <a:off x="8588375" y="0"/>
            <a:ext cx="3603625" cy="566928"/>
          </a:xfrm>
          <a:prstGeom prst="roundRect">
            <a:avLst>
              <a:gd name="adj" fmla="val 0"/>
            </a:avLst>
          </a:prstGeom>
          <a:solidFill>
            <a:srgbClr val="005AA9">
              <a:alpha val="100000"/>
            </a:srgbClr>
          </a:solidFill>
          <a:ln w="25400">
            <a:noFill/>
            <a:prstDash val="solid"/>
          </a:ln>
        </p:spPr>
        <p:txBody>
          <a:bodyPr lIns="63500" tIns="63500" rIns="63500" bIns="635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/>
            </a:pPr>
            <a:endParaRPr sz="1055" kern="0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pic>
        <p:nvPicPr>
          <p:cNvPr id="484" name="Picture 5"/>
          <p:cNvPicPr>
            <a:picLocks noChangeAspect="1"/>
          </p:cNvPicPr>
          <p:nvPr/>
        </p:nvPicPr>
        <p:blipFill>
          <a:blip r:embed="rId3"/>
          <a:srcRect t="36978" b="45732"/>
          <a:stretch>
            <a:fillRect/>
          </a:stretch>
        </p:blipFill>
        <p:spPr>
          <a:xfrm>
            <a:off x="9364524" y="139920"/>
            <a:ext cx="1549829" cy="267948"/>
          </a:xfrm>
          <a:prstGeom prst="roundRect">
            <a:avLst>
              <a:gd name="adj" fmla="val 0"/>
            </a:avLst>
          </a:prstGeom>
          <a:ln>
            <a:noFill/>
            <a:prstDash val="solid"/>
          </a:ln>
        </p:spPr>
      </p:pic>
      <p:sp>
        <p:nvSpPr>
          <p:cNvPr id="485" name="AutoShape 1"/>
          <p:cNvSpPr/>
          <p:nvPr/>
        </p:nvSpPr>
        <p:spPr>
          <a:xfrm>
            <a:off x="0" y="6473952"/>
            <a:ext cx="8812221" cy="384048"/>
          </a:xfrm>
          <a:prstGeom prst="roundRect">
            <a:avLst>
              <a:gd name="adj" fmla="val 0"/>
            </a:avLst>
          </a:prstGeom>
          <a:solidFill>
            <a:srgbClr val="ED1C29">
              <a:alpha val="100000"/>
            </a:srgbClr>
          </a:solidFill>
          <a:ln w="25400">
            <a:noFill/>
            <a:prstDash val="solid"/>
          </a:ln>
        </p:spPr>
        <p:txBody>
          <a:bodyPr lIns="63500" tIns="63500" rIns="63500" bIns="635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/>
            </a:pPr>
            <a:endParaRPr sz="1010" kern="0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486" name="AutoShape 2"/>
          <p:cNvSpPr/>
          <p:nvPr/>
        </p:nvSpPr>
        <p:spPr>
          <a:xfrm>
            <a:off x="665034" y="6569556"/>
            <a:ext cx="4749800" cy="192841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0" tIns="6350" rIns="0" bIns="0" rtlCol="0" anchor="t">
            <a:spAutoFit/>
          </a:bodyPr>
          <a:lstStyle/>
          <a:p>
            <a:pPr marL="1270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230" b="0" i="0" u="none" strike="noStrike" kern="0">
                <a:solidFill>
                  <a:srgbClr val="FFFFFF"/>
                </a:solidFill>
                <a:latin typeface="Arial" panose="020B0604020202020204"/>
                <a:ea typeface="微软雅黑" panose="020B0503020204020204" charset="-122"/>
                <a:cs typeface="Inter 18pt SemiBold"/>
                <a:sym typeface="Inter 18pt SemiBold"/>
              </a:rPr>
              <a:t>Your Neighbourhood Auto Care Expert</a:t>
            </a:r>
            <a:endParaRPr lang="en-US" sz="1230" b="0" i="0" u="none" strike="noStrike" kern="0">
              <a:solidFill>
                <a:srgbClr val="FFFFFF"/>
              </a:solidFill>
              <a:latin typeface="Arial" panose="020B0604020202020204"/>
              <a:ea typeface="微软雅黑" panose="020B0503020204020204" charset="-122"/>
              <a:cs typeface="Inter 18pt SemiBold"/>
              <a:sym typeface="Inter 18pt SemiBold"/>
            </a:endParaRPr>
          </a:p>
        </p:txBody>
      </p:sp>
      <p:sp>
        <p:nvSpPr>
          <p:cNvPr id="487" name="AutoShape 3"/>
          <p:cNvSpPr/>
          <p:nvPr/>
        </p:nvSpPr>
        <p:spPr>
          <a:xfrm>
            <a:off x="8249792" y="6473952"/>
            <a:ext cx="2762864" cy="384048"/>
          </a:xfrm>
          <a:prstGeom prst="parallelogram">
            <a:avLst/>
          </a:prstGeom>
          <a:solidFill>
            <a:srgbClr val="005AA9">
              <a:alpha val="100000"/>
            </a:srgbClr>
          </a:solidFill>
          <a:ln w="25400">
            <a:noFill/>
            <a:prstDash val="solid"/>
          </a:ln>
        </p:spPr>
        <p:txBody>
          <a:bodyPr lIns="63500" tIns="63500" rIns="63500" bIns="635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/>
            </a:pPr>
            <a:endParaRPr sz="1010" kern="0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488" name="AutoShape 4"/>
          <p:cNvSpPr/>
          <p:nvPr/>
        </p:nvSpPr>
        <p:spPr>
          <a:xfrm>
            <a:off x="8588375" y="6473952"/>
            <a:ext cx="3603625" cy="384048"/>
          </a:xfrm>
          <a:prstGeom prst="roundRect">
            <a:avLst>
              <a:gd name="adj" fmla="val 0"/>
            </a:avLst>
          </a:prstGeom>
          <a:solidFill>
            <a:srgbClr val="005AA9">
              <a:alpha val="100000"/>
            </a:srgbClr>
          </a:solidFill>
          <a:ln w="25400">
            <a:noFill/>
            <a:prstDash val="solid"/>
          </a:ln>
        </p:spPr>
        <p:txBody>
          <a:bodyPr lIns="63500" tIns="63500" rIns="63500" bIns="635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/>
            </a:pPr>
            <a:endParaRPr sz="1010" kern="0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489" name="AutoShape 6"/>
          <p:cNvSpPr/>
          <p:nvPr/>
        </p:nvSpPr>
        <p:spPr>
          <a:xfrm>
            <a:off x="8936037" y="6569556"/>
            <a:ext cx="2908300" cy="192841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0" tIns="6350" rIns="0" bIns="0" rtlCol="0" anchor="t">
            <a:spAutoFit/>
          </a:bodyPr>
          <a:lstStyle/>
          <a:p>
            <a:pPr marL="1270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230" b="0" i="0" u="none" strike="noStrike" kern="0">
                <a:solidFill>
                  <a:srgbClr val="FFFFFF"/>
                </a:solidFill>
                <a:latin typeface="Arial" panose="020B0604020202020204"/>
                <a:ea typeface="微软雅黑" panose="020B0503020204020204" charset="-122"/>
                <a:cs typeface="Inter 18pt SemiBold"/>
                <a:sym typeface="Inter 18pt SemiBold"/>
                <a:hlinkClick r:id="rId3" tooltip="https://www.servauto.com.my/"/>
              </a:rPr>
              <a:t>www.servauto.com.my</a:t>
            </a:r>
            <a:endParaRPr lang="en-US" sz="1230" b="0" i="0" u="none" strike="noStrike" kern="0">
              <a:solidFill>
                <a:srgbClr val="FFFFFF"/>
              </a:solidFill>
              <a:latin typeface="Arial" panose="020B0604020202020204"/>
              <a:ea typeface="微软雅黑" panose="020B0503020204020204" charset="-122"/>
              <a:cs typeface="Inter 18pt SemiBold"/>
              <a:sym typeface="Inter 18pt SemiBold"/>
              <a:hlinkClick r:id="rId3" tooltip="https://www.servauto.com.my/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主题">
  <a:themeElements>
    <a:clrScheme name="Office 主题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主题">
      <a:majorFont>
        <a:latin typeface="Calibri Light"/>
        <a:ea typeface="宋体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宋体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主题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自定义 21">
      <a:dk1>
        <a:srgbClr val="1F2329"/>
      </a:dk1>
      <a:lt1>
        <a:srgbClr val="FFFFFF"/>
      </a:lt1>
      <a:dk2>
        <a:srgbClr val="1F2329"/>
      </a:dk2>
      <a:lt2>
        <a:srgbClr val="F1F5FA"/>
      </a:lt2>
      <a:accent1>
        <a:srgbClr val="005AA9"/>
      </a:accent1>
      <a:accent2>
        <a:srgbClr val="4A87C0"/>
      </a:accent2>
      <a:accent3>
        <a:srgbClr val="003A75"/>
      </a:accent3>
      <a:accent4>
        <a:srgbClr val="1F2329"/>
      </a:accent4>
      <a:accent5>
        <a:srgbClr val="002850"/>
      </a:accent5>
      <a:accent6>
        <a:srgbClr val="ED1C29"/>
      </a:accent6>
      <a:hlink>
        <a:srgbClr val="005AA9"/>
      </a:hlink>
      <a:folHlink>
        <a:srgbClr val="ED1C29"/>
      </a:folHlink>
    </a:clrScheme>
    <a:fontScheme name="自定义 8">
      <a:majorFont>
        <a:latin typeface="微软雅黑"/>
        <a:ea typeface="微软雅黑"/>
        <a:cs typeface="Arial"/>
      </a:majorFont>
      <a:minorFont>
        <a:latin typeface="微软雅黑"/>
        <a:ea typeface="微软雅黑"/>
        <a:cs typeface="Arial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1_Office 主题​​">
  <a:themeElements>
    <a:clrScheme name="自定义 21">
      <a:dk1>
        <a:srgbClr val="1F2329"/>
      </a:dk1>
      <a:lt1>
        <a:srgbClr val="FFFFFF"/>
      </a:lt1>
      <a:dk2>
        <a:srgbClr val="1F2329"/>
      </a:dk2>
      <a:lt2>
        <a:srgbClr val="F1F5FA"/>
      </a:lt2>
      <a:accent1>
        <a:srgbClr val="005AA9"/>
      </a:accent1>
      <a:accent2>
        <a:srgbClr val="4A87C0"/>
      </a:accent2>
      <a:accent3>
        <a:srgbClr val="003A75"/>
      </a:accent3>
      <a:accent4>
        <a:srgbClr val="1F2329"/>
      </a:accent4>
      <a:accent5>
        <a:srgbClr val="002850"/>
      </a:accent5>
      <a:accent6>
        <a:srgbClr val="ED1C29"/>
      </a:accent6>
      <a:hlink>
        <a:srgbClr val="005AA9"/>
      </a:hlink>
      <a:folHlink>
        <a:srgbClr val="ED1C29"/>
      </a:folHlink>
    </a:clrScheme>
    <a:fontScheme name="自定义 8">
      <a:majorFont>
        <a:latin typeface="微软雅黑"/>
        <a:ea typeface="微软雅黑"/>
        <a:cs typeface="Arial"/>
      </a:majorFont>
      <a:minorFont>
        <a:latin typeface="微软雅黑"/>
        <a:ea typeface="微软雅黑"/>
        <a:cs typeface="Arial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自定义主题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5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Calibri Light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TH Sarabun PSK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Calibri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TH Sarabun PSK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14975</Words>
  <Application>WPS 演示</Application>
  <PresentationFormat/>
  <Paragraphs>698</Paragraphs>
  <Slides>29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12</vt:i4>
      </vt:variant>
      <vt:variant>
        <vt:lpstr>主题</vt:lpstr>
      </vt:variant>
      <vt:variant>
        <vt:i4>4</vt:i4>
      </vt:variant>
      <vt:variant>
        <vt:lpstr>幻灯片标题</vt:lpstr>
      </vt:variant>
      <vt:variant>
        <vt:i4>29</vt:i4>
      </vt:variant>
    </vt:vector>
  </HeadingPairs>
  <TitlesOfParts>
    <vt:vector size="45" baseType="lpstr">
      <vt:lpstr>Arial</vt:lpstr>
      <vt:lpstr>宋体</vt:lpstr>
      <vt:lpstr>Wingdings</vt:lpstr>
      <vt:lpstr>Arial</vt:lpstr>
      <vt:lpstr>Inter 18pt SemiBold</vt:lpstr>
      <vt:lpstr>Segoe Print</vt:lpstr>
      <vt:lpstr>Inter 18pt ExtraBold</vt:lpstr>
      <vt:lpstr>Inter 18pt Medium</vt:lpstr>
      <vt:lpstr>Inter</vt:lpstr>
      <vt:lpstr>微软雅黑</vt:lpstr>
      <vt:lpstr>Arial Unicode MS</vt:lpstr>
      <vt:lpstr>Calibri</vt:lpstr>
      <vt:lpstr>Office 主题</vt:lpstr>
      <vt:lpstr>Office 主题​​</vt:lpstr>
      <vt:lpstr>1_Office 主题​​</vt:lpstr>
      <vt:lpstr>自定义主题</vt:lpstr>
      <vt:lpstr>PowerPoint 演示文稿</vt:lpstr>
      <vt:lpstr>PowerPoint 演示文稿</vt:lpstr>
      <vt:lpstr>区域经理的角色定位</vt:lpstr>
      <vt:lpstr>Regional Manager Responsibilities | 区域经理职责概述</vt:lpstr>
      <vt:lpstr>区域经理与门店关系</vt:lpstr>
      <vt:lpstr>区域经理工作目标</vt:lpstr>
      <vt:lpstr>巡店流程与技巧</vt:lpstr>
      <vt:lpstr>巡店前：准备工作清单</vt:lpstr>
      <vt:lpstr>巡店过程中的观察要点</vt:lpstr>
      <vt:lpstr>During the Visit: Five Check Dimensions | 巡店中：五大检查维度</vt:lpstr>
      <vt:lpstr>巡店后的反馈与沟通</vt:lpstr>
      <vt:lpstr>After the Visit: 4 Elements of Closing the Loop | 巡店后：整改闭环跟进4要素</vt:lpstr>
      <vt:lpstr>汽修门店运营知识</vt:lpstr>
      <vt:lpstr>配件与耗材管理</vt:lpstr>
      <vt:lpstr>销售技巧与客户服务</vt:lpstr>
      <vt:lpstr>门店日常管理要点（人，货，场）</vt:lpstr>
      <vt:lpstr>问题解决与决策</vt:lpstr>
      <vt:lpstr>Spotting &amp; Handling Common Issues | 常见问题识别与处理</vt:lpstr>
      <vt:lpstr>The Decision-Making Process | 决策制定的流程</vt:lpstr>
      <vt:lpstr>Handling Emergencies | 应对突发事件的策略</vt:lpstr>
      <vt:lpstr>培训能力</vt:lpstr>
      <vt:lpstr>PowerPoint 演示文稿</vt:lpstr>
      <vt:lpstr>Training Techniques &amp; Methods | 培训技巧与方法</vt:lpstr>
      <vt:lpstr>模拟实操演练</vt:lpstr>
      <vt:lpstr>建立团队合作精神</vt:lpstr>
      <vt:lpstr>案例分析与巡店工具</vt:lpstr>
      <vt:lpstr>真实案例分享</vt:lpstr>
      <vt:lpstr>巡店工具</vt:lpstr>
      <vt:lpstr>谢谢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房吉伟</cp:lastModifiedBy>
  <cp:revision>7</cp:revision>
  <dcterms:created xsi:type="dcterms:W3CDTF">2026-10-12T03:31:00Z</dcterms:created>
  <dcterms:modified xsi:type="dcterms:W3CDTF">2026-10-12T07:56:42Z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6b6e2dac51814862bae57b148d8df064_21</vt:lpwstr>
  </property>
  <property fmtid="{D5CDD505-2E9C-101B-9397-08002B2CF9AE}" pid="3" name="KSOProductBuildVer">
    <vt:lpwstr>2052-12.1.0.28505</vt:lpwstr>
  </property>
</Properties>
</file>